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x="18288000" cy="10287000"/>
  <p:notesSz cx="6858000" cy="9144000"/>
  <p:embeddedFontLst>
    <p:embeddedFont>
      <p:font typeface="Childling" charset="1" panose="00000000000000000000"/>
      <p:regular r:id="rId15"/>
    </p:embeddedFont>
    <p:embeddedFont>
      <p:font typeface="Marykate" charset="1" panose="00000000000000000000"/>
      <p:regular r:id="rId16"/>
    </p:embeddedFont>
    <p:embeddedFont>
      <p:font typeface="Open Sauce" charset="1" panose="00000500000000000000"/>
      <p:regular r:id="rId17"/>
    </p:embeddedFont>
    <p:embeddedFont>
      <p:font typeface="Open Sans Light" charset="1" panose="020B0306030504020204"/>
      <p:regular r:id="rId18"/>
    </p:embeddedFont>
    <p:embeddedFont>
      <p:font typeface="Yeseva One" charset="1" panose="00000500000000000000"/>
      <p:regular r:id="rId19"/>
    </p:embeddedFont>
    <p:embeddedFont>
      <p:font typeface="Be Vietnam" charset="1" panose="00000500000000000000"/>
      <p:regular r:id="rId20"/>
    </p:embeddedFont>
    <p:embeddedFont>
      <p:font typeface="Be Vietnam Ultra-Bold" charset="1" panose="00000900000000000000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7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3.png" Type="http://schemas.openxmlformats.org/officeDocument/2006/relationships/image"/><Relationship Id="rId4" Target="../media/image4.svg" Type="http://schemas.openxmlformats.org/officeDocument/2006/relationships/image"/><Relationship Id="rId5" Target="../media/image5.png" Type="http://schemas.openxmlformats.org/officeDocument/2006/relationships/image"/><Relationship Id="rId6" Target="../media/image6.svg" Type="http://schemas.openxmlformats.org/officeDocument/2006/relationships/image"/><Relationship Id="rId7" Target="../media/image7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2.svg" Type="http://schemas.openxmlformats.org/officeDocument/2006/relationships/image"/><Relationship Id="rId2" Target="../media/image9.png" Type="http://schemas.openxmlformats.org/officeDocument/2006/relationships/image"/><Relationship Id="rId3" Target="../media/image10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11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5.png" Type="http://schemas.openxmlformats.org/officeDocument/2006/relationships/image"/><Relationship Id="rId4" Target="../media/image6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7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7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5.png" Type="http://schemas.openxmlformats.org/officeDocument/2006/relationships/image"/><Relationship Id="rId4" Target="../media/image6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7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737039" y="3316090"/>
            <a:ext cx="14813922" cy="31508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040"/>
              </a:lnSpc>
            </a:pPr>
            <a:r>
              <a:rPr lang="en-US" sz="12000" spc="-384">
                <a:solidFill>
                  <a:srgbClr val="003578"/>
                </a:solidFill>
                <a:latin typeface="Childling"/>
                <a:ea typeface="Childling"/>
                <a:cs typeface="Childling"/>
                <a:sym typeface="Childling"/>
              </a:rPr>
              <a:t>INTRODUCTION </a:t>
            </a:r>
          </a:p>
          <a:p>
            <a:pPr algn="ctr">
              <a:lnSpc>
                <a:spcPts val="11040"/>
              </a:lnSpc>
            </a:pPr>
            <a:r>
              <a:rPr lang="en-US" sz="12000" spc="-384">
                <a:solidFill>
                  <a:srgbClr val="003578"/>
                </a:solidFill>
                <a:latin typeface="Childling"/>
                <a:ea typeface="Childling"/>
                <a:cs typeface="Childling"/>
                <a:sym typeface="Childling"/>
              </a:rPr>
              <a:t>TO JAVASCRIPT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6452754" y="1720020"/>
            <a:ext cx="5382492" cy="10401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08"/>
              </a:lnSpc>
            </a:pPr>
            <a:r>
              <a:rPr lang="en-US" sz="3430" spc="353">
                <a:solidFill>
                  <a:srgbClr val="022033"/>
                </a:solidFill>
                <a:latin typeface="Marykate"/>
                <a:ea typeface="Marykate"/>
                <a:cs typeface="Marykate"/>
                <a:sym typeface="Marykate"/>
              </a:rPr>
              <a:t>INTERNSHIP PROGRAM TASK 1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12871414" y="3412007"/>
            <a:ext cx="1843201" cy="2431080"/>
          </a:xfrm>
          <a:custGeom>
            <a:avLst/>
            <a:gdLst/>
            <a:ahLst/>
            <a:cxnLst/>
            <a:rect r="r" b="b" t="t" l="l"/>
            <a:pathLst>
              <a:path h="2431080" w="1843201">
                <a:moveTo>
                  <a:pt x="0" y="0"/>
                </a:moveTo>
                <a:lnTo>
                  <a:pt x="1843201" y="0"/>
                </a:lnTo>
                <a:lnTo>
                  <a:pt x="1843201" y="2431080"/>
                </a:lnTo>
                <a:lnTo>
                  <a:pt x="0" y="243108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7910484">
            <a:off x="-495162" y="7935975"/>
            <a:ext cx="6007735" cy="4809549"/>
          </a:xfrm>
          <a:custGeom>
            <a:avLst/>
            <a:gdLst/>
            <a:ahLst/>
            <a:cxnLst/>
            <a:rect r="r" b="b" t="t" l="l"/>
            <a:pathLst>
              <a:path h="4809549" w="6007735">
                <a:moveTo>
                  <a:pt x="0" y="0"/>
                </a:moveTo>
                <a:lnTo>
                  <a:pt x="6007735" y="0"/>
                </a:lnTo>
                <a:lnTo>
                  <a:pt x="6007735" y="4809549"/>
                </a:lnTo>
                <a:lnTo>
                  <a:pt x="0" y="480954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5806484">
            <a:off x="-3174902" y="3100376"/>
            <a:ext cx="5942288" cy="4757155"/>
          </a:xfrm>
          <a:custGeom>
            <a:avLst/>
            <a:gdLst/>
            <a:ahLst/>
            <a:cxnLst/>
            <a:rect r="r" b="b" t="t" l="l"/>
            <a:pathLst>
              <a:path h="4757155" w="5942288">
                <a:moveTo>
                  <a:pt x="0" y="0"/>
                </a:moveTo>
                <a:lnTo>
                  <a:pt x="5942288" y="0"/>
                </a:lnTo>
                <a:lnTo>
                  <a:pt x="5942288" y="4757155"/>
                </a:lnTo>
                <a:lnTo>
                  <a:pt x="0" y="475715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1137161">
            <a:off x="11071276" y="-3108299"/>
            <a:ext cx="6007735" cy="4809549"/>
          </a:xfrm>
          <a:custGeom>
            <a:avLst/>
            <a:gdLst/>
            <a:ahLst/>
            <a:cxnLst/>
            <a:rect r="r" b="b" t="t" l="l"/>
            <a:pathLst>
              <a:path h="4809549" w="6007735">
                <a:moveTo>
                  <a:pt x="0" y="0"/>
                </a:moveTo>
                <a:lnTo>
                  <a:pt x="6007735" y="0"/>
                </a:lnTo>
                <a:lnTo>
                  <a:pt x="6007735" y="4809549"/>
                </a:lnTo>
                <a:lnTo>
                  <a:pt x="0" y="480954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4333730">
            <a:off x="15635070" y="-90841"/>
            <a:ext cx="5942288" cy="4757155"/>
          </a:xfrm>
          <a:custGeom>
            <a:avLst/>
            <a:gdLst/>
            <a:ahLst/>
            <a:cxnLst/>
            <a:rect r="r" b="b" t="t" l="l"/>
            <a:pathLst>
              <a:path h="4757155" w="5942288">
                <a:moveTo>
                  <a:pt x="0" y="0"/>
                </a:moveTo>
                <a:lnTo>
                  <a:pt x="5942288" y="0"/>
                </a:lnTo>
                <a:lnTo>
                  <a:pt x="5942288" y="4757155"/>
                </a:lnTo>
                <a:lnTo>
                  <a:pt x="0" y="475715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2700000">
            <a:off x="-1883985" y="-5382413"/>
            <a:ext cx="7242048" cy="8229600"/>
          </a:xfrm>
          <a:custGeom>
            <a:avLst/>
            <a:gdLst/>
            <a:ahLst/>
            <a:cxnLst/>
            <a:rect r="r" b="b" t="t" l="l"/>
            <a:pathLst>
              <a:path h="8229600" w="7242048">
                <a:moveTo>
                  <a:pt x="0" y="0"/>
                </a:moveTo>
                <a:lnTo>
                  <a:pt x="7242048" y="0"/>
                </a:lnTo>
                <a:lnTo>
                  <a:pt x="7242048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7017365" y="8310119"/>
            <a:ext cx="4253270" cy="7456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198"/>
              </a:lnSpc>
            </a:pPr>
            <a:r>
              <a:rPr lang="en-US" sz="4245" spc="437">
                <a:solidFill>
                  <a:srgbClr val="022033"/>
                </a:solidFill>
                <a:latin typeface="Marykate"/>
                <a:ea typeface="Marykate"/>
                <a:cs typeface="Marykate"/>
                <a:sym typeface="Marykate"/>
              </a:rPr>
              <a:t>BY PRAJAKTA PARE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2700000">
            <a:off x="15458638" y="4595144"/>
            <a:ext cx="7242048" cy="8229600"/>
          </a:xfrm>
          <a:custGeom>
            <a:avLst/>
            <a:gdLst/>
            <a:ahLst/>
            <a:cxnLst/>
            <a:rect r="r" b="b" t="t" l="l"/>
            <a:pathLst>
              <a:path h="8229600" w="7242048">
                <a:moveTo>
                  <a:pt x="0" y="0"/>
                </a:moveTo>
                <a:lnTo>
                  <a:pt x="7242048" y="0"/>
                </a:lnTo>
                <a:lnTo>
                  <a:pt x="7242048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711560" y="2040826"/>
            <a:ext cx="14864881" cy="14120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931"/>
              </a:lnSpc>
            </a:pPr>
            <a:r>
              <a:rPr lang="en-US" sz="9708">
                <a:solidFill>
                  <a:srgbClr val="022033"/>
                </a:solidFill>
                <a:latin typeface="Childling"/>
                <a:ea typeface="Childling"/>
                <a:cs typeface="Childling"/>
                <a:sym typeface="Childling"/>
              </a:rPr>
              <a:t>WHAT WE WILL SEE?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5828610" y="6172646"/>
            <a:ext cx="3086100" cy="1235591"/>
            <a:chOff x="0" y="0"/>
            <a:chExt cx="812800" cy="32542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325423"/>
            </a:xfrm>
            <a:custGeom>
              <a:avLst/>
              <a:gdLst/>
              <a:ahLst/>
              <a:cxnLst/>
              <a:rect r="r" b="b" t="t" l="l"/>
              <a:pathLst>
                <a:path h="325423" w="812800">
                  <a:moveTo>
                    <a:pt x="127941" y="0"/>
                  </a:moveTo>
                  <a:lnTo>
                    <a:pt x="684859" y="0"/>
                  </a:lnTo>
                  <a:cubicBezTo>
                    <a:pt x="718791" y="0"/>
                    <a:pt x="751333" y="13479"/>
                    <a:pt x="775327" y="37473"/>
                  </a:cubicBezTo>
                  <a:cubicBezTo>
                    <a:pt x="799321" y="61467"/>
                    <a:pt x="812800" y="94009"/>
                    <a:pt x="812800" y="127941"/>
                  </a:cubicBezTo>
                  <a:lnTo>
                    <a:pt x="812800" y="197483"/>
                  </a:lnTo>
                  <a:cubicBezTo>
                    <a:pt x="812800" y="231415"/>
                    <a:pt x="799321" y="263957"/>
                    <a:pt x="775327" y="287950"/>
                  </a:cubicBezTo>
                  <a:cubicBezTo>
                    <a:pt x="751333" y="311944"/>
                    <a:pt x="718791" y="325423"/>
                    <a:pt x="684859" y="325423"/>
                  </a:cubicBezTo>
                  <a:lnTo>
                    <a:pt x="127941" y="325423"/>
                  </a:lnTo>
                  <a:cubicBezTo>
                    <a:pt x="94009" y="325423"/>
                    <a:pt x="61467" y="311944"/>
                    <a:pt x="37473" y="287950"/>
                  </a:cubicBezTo>
                  <a:cubicBezTo>
                    <a:pt x="13479" y="263957"/>
                    <a:pt x="0" y="231415"/>
                    <a:pt x="0" y="197483"/>
                  </a:cubicBezTo>
                  <a:lnTo>
                    <a:pt x="0" y="127941"/>
                  </a:lnTo>
                  <a:cubicBezTo>
                    <a:pt x="0" y="94009"/>
                    <a:pt x="13479" y="61467"/>
                    <a:pt x="37473" y="37473"/>
                  </a:cubicBezTo>
                  <a:cubicBezTo>
                    <a:pt x="61467" y="13479"/>
                    <a:pt x="94009" y="0"/>
                    <a:pt x="127941" y="0"/>
                  </a:cubicBezTo>
                  <a:close/>
                </a:path>
              </a:pathLst>
            </a:custGeom>
            <a:solidFill>
              <a:srgbClr val="D3E7F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812800" cy="3635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5595247" y="6551843"/>
            <a:ext cx="3478005" cy="438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20"/>
              </a:lnSpc>
            </a:pPr>
            <a:r>
              <a:rPr lang="en-US" sz="3500" spc="196">
                <a:solidFill>
                  <a:srgbClr val="022033"/>
                </a:solidFill>
                <a:latin typeface="Marykate"/>
                <a:ea typeface="Marykate"/>
                <a:cs typeface="Marykate"/>
                <a:sym typeface="Marykate"/>
              </a:rPr>
              <a:t>COMMENTS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1137161">
            <a:off x="16140723" y="2861297"/>
            <a:ext cx="6007735" cy="4809549"/>
          </a:xfrm>
          <a:custGeom>
            <a:avLst/>
            <a:gdLst/>
            <a:ahLst/>
            <a:cxnLst/>
            <a:rect r="r" b="b" t="t" l="l"/>
            <a:pathLst>
              <a:path h="4809549" w="6007735">
                <a:moveTo>
                  <a:pt x="0" y="0"/>
                </a:moveTo>
                <a:lnTo>
                  <a:pt x="6007735" y="0"/>
                </a:lnTo>
                <a:lnTo>
                  <a:pt x="6007735" y="4809548"/>
                </a:lnTo>
                <a:lnTo>
                  <a:pt x="0" y="480954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4333730">
            <a:off x="15530761" y="6751870"/>
            <a:ext cx="5942288" cy="4757155"/>
          </a:xfrm>
          <a:custGeom>
            <a:avLst/>
            <a:gdLst/>
            <a:ahLst/>
            <a:cxnLst/>
            <a:rect r="r" b="b" t="t" l="l"/>
            <a:pathLst>
              <a:path h="4757155" w="5942288">
                <a:moveTo>
                  <a:pt x="0" y="0"/>
                </a:moveTo>
                <a:lnTo>
                  <a:pt x="5942288" y="0"/>
                </a:lnTo>
                <a:lnTo>
                  <a:pt x="5942288" y="4757154"/>
                </a:lnTo>
                <a:lnTo>
                  <a:pt x="0" y="475715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545397">
            <a:off x="15229157" y="-3879341"/>
            <a:ext cx="7242048" cy="8229600"/>
          </a:xfrm>
          <a:custGeom>
            <a:avLst/>
            <a:gdLst/>
            <a:ahLst/>
            <a:cxnLst/>
            <a:rect r="r" b="b" t="t" l="l"/>
            <a:pathLst>
              <a:path h="8229600" w="7242048">
                <a:moveTo>
                  <a:pt x="0" y="0"/>
                </a:moveTo>
                <a:lnTo>
                  <a:pt x="7242048" y="0"/>
                </a:lnTo>
                <a:lnTo>
                  <a:pt x="7242048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5400000">
            <a:off x="9841823" y="-3604950"/>
            <a:ext cx="5942288" cy="4757155"/>
          </a:xfrm>
          <a:custGeom>
            <a:avLst/>
            <a:gdLst/>
            <a:ahLst/>
            <a:cxnLst/>
            <a:rect r="r" b="b" t="t" l="l"/>
            <a:pathLst>
              <a:path h="4757155" w="5942288">
                <a:moveTo>
                  <a:pt x="0" y="0"/>
                </a:moveTo>
                <a:lnTo>
                  <a:pt x="5942288" y="0"/>
                </a:lnTo>
                <a:lnTo>
                  <a:pt x="5942288" y="4757154"/>
                </a:lnTo>
                <a:lnTo>
                  <a:pt x="0" y="475715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-459995">
            <a:off x="4581302" y="-2806779"/>
            <a:ext cx="6007735" cy="4809549"/>
          </a:xfrm>
          <a:custGeom>
            <a:avLst/>
            <a:gdLst/>
            <a:ahLst/>
            <a:cxnLst/>
            <a:rect r="r" b="b" t="t" l="l"/>
            <a:pathLst>
              <a:path h="4809549" w="6007735">
                <a:moveTo>
                  <a:pt x="0" y="0"/>
                </a:moveTo>
                <a:lnTo>
                  <a:pt x="6007735" y="0"/>
                </a:lnTo>
                <a:lnTo>
                  <a:pt x="6007735" y="4809548"/>
                </a:lnTo>
                <a:lnTo>
                  <a:pt x="0" y="480954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7491922">
            <a:off x="-2893486" y="-4987080"/>
            <a:ext cx="7242048" cy="8229600"/>
          </a:xfrm>
          <a:custGeom>
            <a:avLst/>
            <a:gdLst/>
            <a:ahLst/>
            <a:cxnLst/>
            <a:rect r="r" b="b" t="t" l="l"/>
            <a:pathLst>
              <a:path h="8229600" w="7242048">
                <a:moveTo>
                  <a:pt x="0" y="0"/>
                </a:moveTo>
                <a:lnTo>
                  <a:pt x="7242048" y="0"/>
                </a:lnTo>
                <a:lnTo>
                  <a:pt x="7242048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6784072">
            <a:off x="-2971144" y="2887494"/>
            <a:ext cx="5942288" cy="4757155"/>
          </a:xfrm>
          <a:custGeom>
            <a:avLst/>
            <a:gdLst/>
            <a:ahLst/>
            <a:cxnLst/>
            <a:rect r="r" b="b" t="t" l="l"/>
            <a:pathLst>
              <a:path h="4757155" w="5942288">
                <a:moveTo>
                  <a:pt x="0" y="0"/>
                </a:moveTo>
                <a:lnTo>
                  <a:pt x="5942288" y="0"/>
                </a:lnTo>
                <a:lnTo>
                  <a:pt x="5942288" y="4757154"/>
                </a:lnTo>
                <a:lnTo>
                  <a:pt x="0" y="475715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-459995">
            <a:off x="-1425658" y="7497003"/>
            <a:ext cx="6007735" cy="4809549"/>
          </a:xfrm>
          <a:custGeom>
            <a:avLst/>
            <a:gdLst/>
            <a:ahLst/>
            <a:cxnLst/>
            <a:rect r="r" b="b" t="t" l="l"/>
            <a:pathLst>
              <a:path h="4809549" w="6007735">
                <a:moveTo>
                  <a:pt x="0" y="0"/>
                </a:moveTo>
                <a:lnTo>
                  <a:pt x="6007735" y="0"/>
                </a:lnTo>
                <a:lnTo>
                  <a:pt x="6007735" y="4809549"/>
                </a:lnTo>
                <a:lnTo>
                  <a:pt x="0" y="480954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-2259001">
            <a:off x="3811502" y="8297380"/>
            <a:ext cx="7242048" cy="8229600"/>
          </a:xfrm>
          <a:custGeom>
            <a:avLst/>
            <a:gdLst/>
            <a:ahLst/>
            <a:cxnLst/>
            <a:rect r="r" b="b" t="t" l="l"/>
            <a:pathLst>
              <a:path h="8229600" w="7242048">
                <a:moveTo>
                  <a:pt x="0" y="0"/>
                </a:moveTo>
                <a:lnTo>
                  <a:pt x="7242048" y="0"/>
                </a:lnTo>
                <a:lnTo>
                  <a:pt x="7242048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6784072">
            <a:off x="8300863" y="9026402"/>
            <a:ext cx="5942288" cy="4757155"/>
          </a:xfrm>
          <a:custGeom>
            <a:avLst/>
            <a:gdLst/>
            <a:ahLst/>
            <a:cxnLst/>
            <a:rect r="r" b="b" t="t" l="l"/>
            <a:pathLst>
              <a:path h="4757155" w="5942288">
                <a:moveTo>
                  <a:pt x="0" y="0"/>
                </a:moveTo>
                <a:lnTo>
                  <a:pt x="5942289" y="0"/>
                </a:lnTo>
                <a:lnTo>
                  <a:pt x="5942289" y="4757154"/>
                </a:lnTo>
                <a:lnTo>
                  <a:pt x="0" y="475715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-459995">
            <a:off x="10957599" y="8699697"/>
            <a:ext cx="6007735" cy="4809549"/>
          </a:xfrm>
          <a:custGeom>
            <a:avLst/>
            <a:gdLst/>
            <a:ahLst/>
            <a:cxnLst/>
            <a:rect r="r" b="b" t="t" l="l"/>
            <a:pathLst>
              <a:path h="4809549" w="6007735">
                <a:moveTo>
                  <a:pt x="0" y="0"/>
                </a:moveTo>
                <a:lnTo>
                  <a:pt x="6007735" y="0"/>
                </a:lnTo>
                <a:lnTo>
                  <a:pt x="6007735" y="4809548"/>
                </a:lnTo>
                <a:lnTo>
                  <a:pt x="0" y="480954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8" id="18"/>
          <p:cNvGrpSpPr/>
          <p:nvPr/>
        </p:nvGrpSpPr>
        <p:grpSpPr>
          <a:xfrm rot="0">
            <a:off x="4052197" y="3802947"/>
            <a:ext cx="3086100" cy="1914373"/>
            <a:chOff x="0" y="0"/>
            <a:chExt cx="812800" cy="504197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12800" cy="504197"/>
            </a:xfrm>
            <a:custGeom>
              <a:avLst/>
              <a:gdLst/>
              <a:ahLst/>
              <a:cxnLst/>
              <a:rect r="r" b="b" t="t" l="l"/>
              <a:pathLst>
                <a:path h="504197" w="812800">
                  <a:moveTo>
                    <a:pt x="127941" y="0"/>
                  </a:moveTo>
                  <a:lnTo>
                    <a:pt x="684859" y="0"/>
                  </a:lnTo>
                  <a:cubicBezTo>
                    <a:pt x="718791" y="0"/>
                    <a:pt x="751333" y="13479"/>
                    <a:pt x="775327" y="37473"/>
                  </a:cubicBezTo>
                  <a:cubicBezTo>
                    <a:pt x="799321" y="61467"/>
                    <a:pt x="812800" y="94009"/>
                    <a:pt x="812800" y="127941"/>
                  </a:cubicBezTo>
                  <a:lnTo>
                    <a:pt x="812800" y="376256"/>
                  </a:lnTo>
                  <a:cubicBezTo>
                    <a:pt x="812800" y="410188"/>
                    <a:pt x="799321" y="442730"/>
                    <a:pt x="775327" y="466724"/>
                  </a:cubicBezTo>
                  <a:cubicBezTo>
                    <a:pt x="751333" y="490718"/>
                    <a:pt x="718791" y="504197"/>
                    <a:pt x="684859" y="504197"/>
                  </a:cubicBezTo>
                  <a:lnTo>
                    <a:pt x="127941" y="504197"/>
                  </a:lnTo>
                  <a:cubicBezTo>
                    <a:pt x="94009" y="504197"/>
                    <a:pt x="61467" y="490718"/>
                    <a:pt x="37473" y="466724"/>
                  </a:cubicBezTo>
                  <a:cubicBezTo>
                    <a:pt x="13479" y="442730"/>
                    <a:pt x="0" y="410188"/>
                    <a:pt x="0" y="376256"/>
                  </a:cubicBezTo>
                  <a:lnTo>
                    <a:pt x="0" y="127941"/>
                  </a:lnTo>
                  <a:cubicBezTo>
                    <a:pt x="0" y="94009"/>
                    <a:pt x="13479" y="61467"/>
                    <a:pt x="37473" y="37473"/>
                  </a:cubicBezTo>
                  <a:cubicBezTo>
                    <a:pt x="61467" y="13479"/>
                    <a:pt x="94009" y="0"/>
                    <a:pt x="127941" y="0"/>
                  </a:cubicBezTo>
                  <a:close/>
                </a:path>
              </a:pathLst>
            </a:custGeom>
            <a:solidFill>
              <a:srgbClr val="D3E7FF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812800" cy="5422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4093680" y="4078418"/>
            <a:ext cx="3044618" cy="14471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79"/>
              </a:lnSpc>
            </a:pPr>
            <a:r>
              <a:rPr lang="en-US" sz="3999" spc="223">
                <a:solidFill>
                  <a:srgbClr val="022033"/>
                </a:solidFill>
                <a:latin typeface="Marykate"/>
                <a:ea typeface="Marykate"/>
                <a:cs typeface="Marykate"/>
                <a:sym typeface="Marykate"/>
              </a:rPr>
              <a:t>INTRODUCTION TO JAVASCRIPT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7600950" y="4395378"/>
            <a:ext cx="3086100" cy="1111453"/>
            <a:chOff x="0" y="0"/>
            <a:chExt cx="812800" cy="292728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812800" cy="292728"/>
            </a:xfrm>
            <a:custGeom>
              <a:avLst/>
              <a:gdLst/>
              <a:ahLst/>
              <a:cxnLst/>
              <a:rect r="r" b="b" t="t" l="l"/>
              <a:pathLst>
                <a:path h="292728" w="812800">
                  <a:moveTo>
                    <a:pt x="127941" y="0"/>
                  </a:moveTo>
                  <a:lnTo>
                    <a:pt x="684859" y="0"/>
                  </a:lnTo>
                  <a:cubicBezTo>
                    <a:pt x="718791" y="0"/>
                    <a:pt x="751333" y="13479"/>
                    <a:pt x="775327" y="37473"/>
                  </a:cubicBezTo>
                  <a:cubicBezTo>
                    <a:pt x="799321" y="61467"/>
                    <a:pt x="812800" y="94009"/>
                    <a:pt x="812800" y="127941"/>
                  </a:cubicBezTo>
                  <a:lnTo>
                    <a:pt x="812800" y="164788"/>
                  </a:lnTo>
                  <a:cubicBezTo>
                    <a:pt x="812800" y="198720"/>
                    <a:pt x="799321" y="231262"/>
                    <a:pt x="775327" y="255255"/>
                  </a:cubicBezTo>
                  <a:cubicBezTo>
                    <a:pt x="751333" y="279249"/>
                    <a:pt x="718791" y="292728"/>
                    <a:pt x="684859" y="292728"/>
                  </a:cubicBezTo>
                  <a:lnTo>
                    <a:pt x="127941" y="292728"/>
                  </a:lnTo>
                  <a:cubicBezTo>
                    <a:pt x="94009" y="292728"/>
                    <a:pt x="61467" y="279249"/>
                    <a:pt x="37473" y="255255"/>
                  </a:cubicBezTo>
                  <a:cubicBezTo>
                    <a:pt x="13479" y="231262"/>
                    <a:pt x="0" y="198720"/>
                    <a:pt x="0" y="164788"/>
                  </a:cubicBezTo>
                  <a:lnTo>
                    <a:pt x="0" y="127941"/>
                  </a:lnTo>
                  <a:cubicBezTo>
                    <a:pt x="0" y="94009"/>
                    <a:pt x="13479" y="61467"/>
                    <a:pt x="37473" y="37473"/>
                  </a:cubicBezTo>
                  <a:cubicBezTo>
                    <a:pt x="61467" y="13479"/>
                    <a:pt x="94009" y="0"/>
                    <a:pt x="127941" y="0"/>
                  </a:cubicBezTo>
                  <a:close/>
                </a:path>
              </a:pathLst>
            </a:custGeom>
            <a:solidFill>
              <a:srgbClr val="D3E7FF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812800" cy="33082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5" id="25"/>
          <p:cNvSpPr txBox="true"/>
          <p:nvPr/>
        </p:nvSpPr>
        <p:spPr>
          <a:xfrm rot="0">
            <a:off x="7371660" y="4703754"/>
            <a:ext cx="3478005" cy="5137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679"/>
              </a:lnSpc>
              <a:spcBef>
                <a:spcPct val="0"/>
              </a:spcBef>
            </a:pPr>
            <a:r>
              <a:rPr lang="en-US" sz="3999" spc="223">
                <a:solidFill>
                  <a:srgbClr val="022033"/>
                </a:solidFill>
                <a:latin typeface="Marykate"/>
                <a:ea typeface="Marykate"/>
                <a:cs typeface="Marykate"/>
                <a:sym typeface="Marykate"/>
              </a:rPr>
              <a:t>HIST</a:t>
            </a:r>
            <a:r>
              <a:rPr lang="en-US" sz="3999" spc="223" strike="noStrike" u="none">
                <a:solidFill>
                  <a:srgbClr val="022033"/>
                </a:solidFill>
                <a:latin typeface="Marykate"/>
                <a:ea typeface="Marykate"/>
                <a:cs typeface="Marykate"/>
                <a:sym typeface="Marykate"/>
              </a:rPr>
              <a:t>ORY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11194060" y="4003324"/>
            <a:ext cx="3086100" cy="1502103"/>
            <a:chOff x="0" y="0"/>
            <a:chExt cx="812800" cy="395616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812800" cy="395616"/>
            </a:xfrm>
            <a:custGeom>
              <a:avLst/>
              <a:gdLst/>
              <a:ahLst/>
              <a:cxnLst/>
              <a:rect r="r" b="b" t="t" l="l"/>
              <a:pathLst>
                <a:path h="395616" w="812800">
                  <a:moveTo>
                    <a:pt x="127941" y="0"/>
                  </a:moveTo>
                  <a:lnTo>
                    <a:pt x="684859" y="0"/>
                  </a:lnTo>
                  <a:cubicBezTo>
                    <a:pt x="718791" y="0"/>
                    <a:pt x="751333" y="13479"/>
                    <a:pt x="775327" y="37473"/>
                  </a:cubicBezTo>
                  <a:cubicBezTo>
                    <a:pt x="799321" y="61467"/>
                    <a:pt x="812800" y="94009"/>
                    <a:pt x="812800" y="127941"/>
                  </a:cubicBezTo>
                  <a:lnTo>
                    <a:pt x="812800" y="267675"/>
                  </a:lnTo>
                  <a:cubicBezTo>
                    <a:pt x="812800" y="301607"/>
                    <a:pt x="799321" y="334149"/>
                    <a:pt x="775327" y="358143"/>
                  </a:cubicBezTo>
                  <a:cubicBezTo>
                    <a:pt x="751333" y="382136"/>
                    <a:pt x="718791" y="395616"/>
                    <a:pt x="684859" y="395616"/>
                  </a:cubicBezTo>
                  <a:lnTo>
                    <a:pt x="127941" y="395616"/>
                  </a:lnTo>
                  <a:cubicBezTo>
                    <a:pt x="94009" y="395616"/>
                    <a:pt x="61467" y="382136"/>
                    <a:pt x="37473" y="358143"/>
                  </a:cubicBezTo>
                  <a:cubicBezTo>
                    <a:pt x="13479" y="334149"/>
                    <a:pt x="0" y="301607"/>
                    <a:pt x="0" y="267675"/>
                  </a:cubicBezTo>
                  <a:lnTo>
                    <a:pt x="0" y="127941"/>
                  </a:lnTo>
                  <a:cubicBezTo>
                    <a:pt x="0" y="94009"/>
                    <a:pt x="13479" y="61467"/>
                    <a:pt x="37473" y="37473"/>
                  </a:cubicBezTo>
                  <a:cubicBezTo>
                    <a:pt x="61467" y="13479"/>
                    <a:pt x="94009" y="0"/>
                    <a:pt x="127941" y="0"/>
                  </a:cubicBezTo>
                  <a:close/>
                </a:path>
              </a:pathLst>
            </a:custGeom>
            <a:solidFill>
              <a:srgbClr val="D3E7FF"/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38100"/>
              <a:ext cx="812800" cy="43371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9" id="29"/>
          <p:cNvSpPr txBox="true"/>
          <p:nvPr/>
        </p:nvSpPr>
        <p:spPr>
          <a:xfrm rot="0">
            <a:off x="11594831" y="4058263"/>
            <a:ext cx="2436272" cy="14471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79"/>
              </a:lnSpc>
            </a:pPr>
            <a:r>
              <a:rPr lang="en-US" sz="3999" spc="223">
                <a:solidFill>
                  <a:srgbClr val="022033"/>
                </a:solidFill>
                <a:latin typeface="Marykate"/>
                <a:ea typeface="Marykate"/>
                <a:cs typeface="Marykate"/>
                <a:sym typeface="Marykate"/>
              </a:rPr>
              <a:t>SYNTAX &amp; FIRST SCRIPT</a:t>
            </a:r>
          </a:p>
        </p:txBody>
      </p:sp>
      <p:grpSp>
        <p:nvGrpSpPr>
          <p:cNvPr name="Group 30" id="30"/>
          <p:cNvGrpSpPr/>
          <p:nvPr/>
        </p:nvGrpSpPr>
        <p:grpSpPr>
          <a:xfrm rot="0">
            <a:off x="9868242" y="5981112"/>
            <a:ext cx="3086100" cy="1808467"/>
            <a:chOff x="0" y="0"/>
            <a:chExt cx="812800" cy="476304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812800" cy="476304"/>
            </a:xfrm>
            <a:custGeom>
              <a:avLst/>
              <a:gdLst/>
              <a:ahLst/>
              <a:cxnLst/>
              <a:rect r="r" b="b" t="t" l="l"/>
              <a:pathLst>
                <a:path h="476304" w="812800">
                  <a:moveTo>
                    <a:pt x="127941" y="0"/>
                  </a:moveTo>
                  <a:lnTo>
                    <a:pt x="684859" y="0"/>
                  </a:lnTo>
                  <a:cubicBezTo>
                    <a:pt x="718791" y="0"/>
                    <a:pt x="751333" y="13479"/>
                    <a:pt x="775327" y="37473"/>
                  </a:cubicBezTo>
                  <a:cubicBezTo>
                    <a:pt x="799321" y="61467"/>
                    <a:pt x="812800" y="94009"/>
                    <a:pt x="812800" y="127941"/>
                  </a:cubicBezTo>
                  <a:lnTo>
                    <a:pt x="812800" y="348363"/>
                  </a:lnTo>
                  <a:cubicBezTo>
                    <a:pt x="812800" y="382295"/>
                    <a:pt x="799321" y="414838"/>
                    <a:pt x="775327" y="438831"/>
                  </a:cubicBezTo>
                  <a:cubicBezTo>
                    <a:pt x="751333" y="462825"/>
                    <a:pt x="718791" y="476304"/>
                    <a:pt x="684859" y="476304"/>
                  </a:cubicBezTo>
                  <a:lnTo>
                    <a:pt x="127941" y="476304"/>
                  </a:lnTo>
                  <a:cubicBezTo>
                    <a:pt x="94009" y="476304"/>
                    <a:pt x="61467" y="462825"/>
                    <a:pt x="37473" y="438831"/>
                  </a:cubicBezTo>
                  <a:cubicBezTo>
                    <a:pt x="13479" y="414838"/>
                    <a:pt x="0" y="382295"/>
                    <a:pt x="0" y="348363"/>
                  </a:cubicBezTo>
                  <a:lnTo>
                    <a:pt x="0" y="127941"/>
                  </a:lnTo>
                  <a:cubicBezTo>
                    <a:pt x="0" y="94009"/>
                    <a:pt x="13479" y="61467"/>
                    <a:pt x="37473" y="37473"/>
                  </a:cubicBezTo>
                  <a:cubicBezTo>
                    <a:pt x="61467" y="13479"/>
                    <a:pt x="94009" y="0"/>
                    <a:pt x="127941" y="0"/>
                  </a:cubicBezTo>
                  <a:close/>
                </a:path>
              </a:pathLst>
            </a:custGeom>
            <a:solidFill>
              <a:srgbClr val="D3E7FF"/>
            </a:solid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38100"/>
              <a:ext cx="812800" cy="51440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33" id="33"/>
          <p:cNvSpPr txBox="true"/>
          <p:nvPr/>
        </p:nvSpPr>
        <p:spPr>
          <a:xfrm rot="0">
            <a:off x="9922794" y="6209388"/>
            <a:ext cx="3031548" cy="14471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79"/>
              </a:lnSpc>
            </a:pPr>
            <a:r>
              <a:rPr lang="en-US" sz="3999" spc="223">
                <a:solidFill>
                  <a:srgbClr val="022033"/>
                </a:solidFill>
                <a:latin typeface="Marykate"/>
                <a:ea typeface="Marykate"/>
                <a:cs typeface="Marykate"/>
                <a:sym typeface="Marykate"/>
              </a:rPr>
              <a:t>SETUP: BROWSER &amp; NODE.JS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48213" y="889639"/>
            <a:ext cx="5339382" cy="5246370"/>
            <a:chOff x="0" y="0"/>
            <a:chExt cx="82721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27210" cy="812800"/>
            </a:xfrm>
            <a:custGeom>
              <a:avLst/>
              <a:gdLst/>
              <a:ahLst/>
              <a:cxnLst/>
              <a:rect r="r" b="b" t="t" l="l"/>
              <a:pathLst>
                <a:path h="812800" w="827210">
                  <a:moveTo>
                    <a:pt x="413605" y="0"/>
                  </a:moveTo>
                  <a:cubicBezTo>
                    <a:pt x="185177" y="0"/>
                    <a:pt x="0" y="181951"/>
                    <a:pt x="0" y="406400"/>
                  </a:cubicBezTo>
                  <a:cubicBezTo>
                    <a:pt x="0" y="630849"/>
                    <a:pt x="185177" y="812800"/>
                    <a:pt x="413605" y="812800"/>
                  </a:cubicBezTo>
                  <a:cubicBezTo>
                    <a:pt x="642033" y="812800"/>
                    <a:pt x="827210" y="630849"/>
                    <a:pt x="827210" y="406400"/>
                  </a:cubicBezTo>
                  <a:cubicBezTo>
                    <a:pt x="827210" y="181951"/>
                    <a:pt x="642033" y="0"/>
                    <a:pt x="413605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7825" r="0" b="-7825"/>
              </a:stretch>
            </a:blipFill>
            <a:ln w="38100" cap="sq">
              <a:solidFill>
                <a:srgbClr val="000000"/>
              </a:solidFill>
              <a:prstDash val="solid"/>
              <a:miter/>
            </a:ln>
          </p:spPr>
        </p:sp>
      </p:grpSp>
      <p:sp>
        <p:nvSpPr>
          <p:cNvPr name="TextBox 4" id="4"/>
          <p:cNvSpPr txBox="true"/>
          <p:nvPr/>
        </p:nvSpPr>
        <p:spPr>
          <a:xfrm rot="0">
            <a:off x="3570524" y="7000765"/>
            <a:ext cx="6797873" cy="19446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360"/>
              </a:lnSpc>
            </a:pPr>
            <a:r>
              <a:rPr lang="en-US" sz="13435">
                <a:solidFill>
                  <a:srgbClr val="000000"/>
                </a:solidFill>
                <a:latin typeface="Childling"/>
                <a:ea typeface="Childling"/>
                <a:cs typeface="Childling"/>
                <a:sym typeface="Childling"/>
              </a:rPr>
              <a:t>JAVASCRIPT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-9989756">
            <a:off x="-912176" y="8560424"/>
            <a:ext cx="6007735" cy="4809549"/>
          </a:xfrm>
          <a:custGeom>
            <a:avLst/>
            <a:gdLst/>
            <a:ahLst/>
            <a:cxnLst/>
            <a:rect r="r" b="b" t="t" l="l"/>
            <a:pathLst>
              <a:path h="4809549" w="6007735">
                <a:moveTo>
                  <a:pt x="0" y="0"/>
                </a:moveTo>
                <a:lnTo>
                  <a:pt x="6007735" y="0"/>
                </a:lnTo>
                <a:lnTo>
                  <a:pt x="6007735" y="4809549"/>
                </a:lnTo>
                <a:lnTo>
                  <a:pt x="0" y="480954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5806484">
            <a:off x="-3174902" y="3100376"/>
            <a:ext cx="5942288" cy="4757155"/>
          </a:xfrm>
          <a:custGeom>
            <a:avLst/>
            <a:gdLst/>
            <a:ahLst/>
            <a:cxnLst/>
            <a:rect r="r" b="b" t="t" l="l"/>
            <a:pathLst>
              <a:path h="4757155" w="5942288">
                <a:moveTo>
                  <a:pt x="0" y="0"/>
                </a:moveTo>
                <a:lnTo>
                  <a:pt x="5942288" y="0"/>
                </a:lnTo>
                <a:lnTo>
                  <a:pt x="5942288" y="4757155"/>
                </a:lnTo>
                <a:lnTo>
                  <a:pt x="0" y="475715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1137161">
            <a:off x="10633373" y="-2414907"/>
            <a:ext cx="6007735" cy="4809549"/>
          </a:xfrm>
          <a:custGeom>
            <a:avLst/>
            <a:gdLst/>
            <a:ahLst/>
            <a:cxnLst/>
            <a:rect r="r" b="b" t="t" l="l"/>
            <a:pathLst>
              <a:path h="4809549" w="6007735">
                <a:moveTo>
                  <a:pt x="0" y="0"/>
                </a:moveTo>
                <a:lnTo>
                  <a:pt x="6007735" y="0"/>
                </a:lnTo>
                <a:lnTo>
                  <a:pt x="6007735" y="4809548"/>
                </a:lnTo>
                <a:lnTo>
                  <a:pt x="0" y="480954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5775363">
            <a:off x="15316856" y="-112273"/>
            <a:ext cx="5942288" cy="4757155"/>
          </a:xfrm>
          <a:custGeom>
            <a:avLst/>
            <a:gdLst/>
            <a:ahLst/>
            <a:cxnLst/>
            <a:rect r="r" b="b" t="t" l="l"/>
            <a:pathLst>
              <a:path h="4757155" w="5942288">
                <a:moveTo>
                  <a:pt x="0" y="0"/>
                </a:moveTo>
                <a:lnTo>
                  <a:pt x="5942288" y="0"/>
                </a:lnTo>
                <a:lnTo>
                  <a:pt x="5942288" y="4757155"/>
                </a:lnTo>
                <a:lnTo>
                  <a:pt x="0" y="475715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2700000">
            <a:off x="-1299851" y="-5507585"/>
            <a:ext cx="7242048" cy="8229600"/>
          </a:xfrm>
          <a:custGeom>
            <a:avLst/>
            <a:gdLst/>
            <a:ahLst/>
            <a:cxnLst/>
            <a:rect r="r" b="b" t="t" l="l"/>
            <a:pathLst>
              <a:path h="8229600" w="7242048">
                <a:moveTo>
                  <a:pt x="0" y="0"/>
                </a:moveTo>
                <a:lnTo>
                  <a:pt x="7242048" y="0"/>
                </a:lnTo>
                <a:lnTo>
                  <a:pt x="7242048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2700000">
            <a:off x="14262865" y="4595144"/>
            <a:ext cx="7242048" cy="8229600"/>
          </a:xfrm>
          <a:custGeom>
            <a:avLst/>
            <a:gdLst/>
            <a:ahLst/>
            <a:cxnLst/>
            <a:rect r="r" b="b" t="t" l="l"/>
            <a:pathLst>
              <a:path h="8229600" w="7242048">
                <a:moveTo>
                  <a:pt x="0" y="0"/>
                </a:moveTo>
                <a:lnTo>
                  <a:pt x="7242048" y="0"/>
                </a:lnTo>
                <a:lnTo>
                  <a:pt x="7242048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2951288" y="6240784"/>
            <a:ext cx="4018173" cy="536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39"/>
              </a:lnSpc>
            </a:pPr>
            <a:r>
              <a:rPr lang="en-US" sz="4282" spc="239">
                <a:solidFill>
                  <a:srgbClr val="022033"/>
                </a:solidFill>
                <a:latin typeface="Marykate"/>
                <a:ea typeface="Marykate"/>
                <a:cs typeface="Marykate"/>
                <a:sym typeface="Marykate"/>
              </a:rPr>
              <a:t>INTRODUCTION TO 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257651" y="1849719"/>
            <a:ext cx="814462" cy="6587563"/>
          </a:xfrm>
          <a:custGeom>
            <a:avLst/>
            <a:gdLst/>
            <a:ahLst/>
            <a:cxnLst/>
            <a:rect r="r" b="b" t="t" l="l"/>
            <a:pathLst>
              <a:path h="6587563" w="814462">
                <a:moveTo>
                  <a:pt x="0" y="0"/>
                </a:moveTo>
                <a:lnTo>
                  <a:pt x="814462" y="0"/>
                </a:lnTo>
                <a:lnTo>
                  <a:pt x="814462" y="6587562"/>
                </a:lnTo>
                <a:lnTo>
                  <a:pt x="0" y="658756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7332524" y="3819705"/>
            <a:ext cx="9041483" cy="48657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60971" indent="-330486" lvl="1">
              <a:lnSpc>
                <a:spcPts val="4286"/>
              </a:lnSpc>
              <a:buFont typeface="Arial"/>
              <a:buChar char="•"/>
            </a:pPr>
            <a:r>
              <a:rPr lang="en-US" sz="3061" spc="171">
                <a:solidFill>
                  <a:srgbClr val="022033"/>
                </a:solidFill>
                <a:latin typeface="Open Sauce"/>
                <a:ea typeface="Open Sauce"/>
                <a:cs typeface="Open Sauce"/>
                <a:sym typeface="Open Sauce"/>
              </a:rPr>
              <a:t>JavaSc</a:t>
            </a:r>
            <a:r>
              <a:rPr lang="en-US" sz="3061" spc="171">
                <a:solidFill>
                  <a:srgbClr val="022033"/>
                </a:solidFill>
                <a:latin typeface="Open Sauce"/>
                <a:ea typeface="Open Sauce"/>
                <a:cs typeface="Open Sauce"/>
                <a:sym typeface="Open Sauce"/>
              </a:rPr>
              <a:t>ript is a high-level, interpreted programming language used to create interactive and dynamic web applications.</a:t>
            </a:r>
          </a:p>
          <a:p>
            <a:pPr algn="l" marL="660971" indent="-330486" lvl="1">
              <a:lnSpc>
                <a:spcPts val="4286"/>
              </a:lnSpc>
              <a:buFont typeface="Arial"/>
              <a:buChar char="•"/>
            </a:pPr>
            <a:r>
              <a:rPr lang="en-US" sz="3061" spc="171">
                <a:solidFill>
                  <a:srgbClr val="022033"/>
                </a:solidFill>
                <a:latin typeface="Open Sauce"/>
                <a:ea typeface="Open Sauce"/>
                <a:cs typeface="Open Sauce"/>
                <a:sym typeface="Open Sauce"/>
              </a:rPr>
              <a:t> It runs directly in the browser and also on servers using Node.js.</a:t>
            </a:r>
          </a:p>
          <a:p>
            <a:pPr algn="l" marL="660971" indent="-330486" lvl="1">
              <a:lnSpc>
                <a:spcPts val="4286"/>
              </a:lnSpc>
              <a:buFont typeface="Arial"/>
              <a:buChar char="•"/>
            </a:pPr>
            <a:r>
              <a:rPr lang="en-US" sz="3061" spc="171">
                <a:solidFill>
                  <a:srgbClr val="022033"/>
                </a:solidFill>
                <a:latin typeface="Open Sauce"/>
                <a:ea typeface="Open Sauce"/>
                <a:cs typeface="Open Sauce"/>
                <a:sym typeface="Open Sauce"/>
              </a:rPr>
              <a:t> Today, JavaScript is one of the most widely used programming languages in the world.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7332524" y="2197218"/>
            <a:ext cx="7917861" cy="16796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679"/>
              </a:lnSpc>
            </a:pPr>
            <a:r>
              <a:rPr lang="en-US" sz="11608">
                <a:solidFill>
                  <a:srgbClr val="022033"/>
                </a:solidFill>
                <a:latin typeface="Childling"/>
                <a:ea typeface="Childling"/>
                <a:cs typeface="Childling"/>
                <a:sym typeface="Childling"/>
              </a:rPr>
              <a:t>INTRODUCTION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1137161">
            <a:off x="16140723" y="2861297"/>
            <a:ext cx="6007735" cy="4809549"/>
          </a:xfrm>
          <a:custGeom>
            <a:avLst/>
            <a:gdLst/>
            <a:ahLst/>
            <a:cxnLst/>
            <a:rect r="r" b="b" t="t" l="l"/>
            <a:pathLst>
              <a:path h="4809549" w="6007735">
                <a:moveTo>
                  <a:pt x="0" y="0"/>
                </a:moveTo>
                <a:lnTo>
                  <a:pt x="6007735" y="0"/>
                </a:lnTo>
                <a:lnTo>
                  <a:pt x="6007735" y="4809548"/>
                </a:lnTo>
                <a:lnTo>
                  <a:pt x="0" y="480954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4333730">
            <a:off x="15530761" y="6751870"/>
            <a:ext cx="5942288" cy="4757155"/>
          </a:xfrm>
          <a:custGeom>
            <a:avLst/>
            <a:gdLst/>
            <a:ahLst/>
            <a:cxnLst/>
            <a:rect r="r" b="b" t="t" l="l"/>
            <a:pathLst>
              <a:path h="4757155" w="5942288">
                <a:moveTo>
                  <a:pt x="0" y="0"/>
                </a:moveTo>
                <a:lnTo>
                  <a:pt x="5942288" y="0"/>
                </a:lnTo>
                <a:lnTo>
                  <a:pt x="5942288" y="4757154"/>
                </a:lnTo>
                <a:lnTo>
                  <a:pt x="0" y="475715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545397">
            <a:off x="15229157" y="-3879341"/>
            <a:ext cx="7242048" cy="8229600"/>
          </a:xfrm>
          <a:custGeom>
            <a:avLst/>
            <a:gdLst/>
            <a:ahLst/>
            <a:cxnLst/>
            <a:rect r="r" b="b" t="t" l="l"/>
            <a:pathLst>
              <a:path h="8229600" w="7242048">
                <a:moveTo>
                  <a:pt x="0" y="0"/>
                </a:moveTo>
                <a:lnTo>
                  <a:pt x="7242048" y="0"/>
                </a:lnTo>
                <a:lnTo>
                  <a:pt x="7242048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5400000">
            <a:off x="9841823" y="-3604950"/>
            <a:ext cx="5942288" cy="4757155"/>
          </a:xfrm>
          <a:custGeom>
            <a:avLst/>
            <a:gdLst/>
            <a:ahLst/>
            <a:cxnLst/>
            <a:rect r="r" b="b" t="t" l="l"/>
            <a:pathLst>
              <a:path h="4757155" w="5942288">
                <a:moveTo>
                  <a:pt x="0" y="0"/>
                </a:moveTo>
                <a:lnTo>
                  <a:pt x="5942288" y="0"/>
                </a:lnTo>
                <a:lnTo>
                  <a:pt x="5942288" y="4757154"/>
                </a:lnTo>
                <a:lnTo>
                  <a:pt x="0" y="475715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-459995">
            <a:off x="4581302" y="-2806779"/>
            <a:ext cx="6007735" cy="4809549"/>
          </a:xfrm>
          <a:custGeom>
            <a:avLst/>
            <a:gdLst/>
            <a:ahLst/>
            <a:cxnLst/>
            <a:rect r="r" b="b" t="t" l="l"/>
            <a:pathLst>
              <a:path h="4809549" w="6007735">
                <a:moveTo>
                  <a:pt x="0" y="0"/>
                </a:moveTo>
                <a:lnTo>
                  <a:pt x="6007735" y="0"/>
                </a:lnTo>
                <a:lnTo>
                  <a:pt x="6007735" y="4809548"/>
                </a:lnTo>
                <a:lnTo>
                  <a:pt x="0" y="480954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7491922">
            <a:off x="-2893486" y="-4987080"/>
            <a:ext cx="7242048" cy="8229600"/>
          </a:xfrm>
          <a:custGeom>
            <a:avLst/>
            <a:gdLst/>
            <a:ahLst/>
            <a:cxnLst/>
            <a:rect r="r" b="b" t="t" l="l"/>
            <a:pathLst>
              <a:path h="8229600" w="7242048">
                <a:moveTo>
                  <a:pt x="0" y="0"/>
                </a:moveTo>
                <a:lnTo>
                  <a:pt x="7242048" y="0"/>
                </a:lnTo>
                <a:lnTo>
                  <a:pt x="7242048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6784072">
            <a:off x="-2971144" y="2887494"/>
            <a:ext cx="5942288" cy="4757155"/>
          </a:xfrm>
          <a:custGeom>
            <a:avLst/>
            <a:gdLst/>
            <a:ahLst/>
            <a:cxnLst/>
            <a:rect r="r" b="b" t="t" l="l"/>
            <a:pathLst>
              <a:path h="4757155" w="5942288">
                <a:moveTo>
                  <a:pt x="0" y="0"/>
                </a:moveTo>
                <a:lnTo>
                  <a:pt x="5942288" y="0"/>
                </a:lnTo>
                <a:lnTo>
                  <a:pt x="5942288" y="4757154"/>
                </a:lnTo>
                <a:lnTo>
                  <a:pt x="0" y="475715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-459995">
            <a:off x="-1425658" y="7497003"/>
            <a:ext cx="6007735" cy="4809549"/>
          </a:xfrm>
          <a:custGeom>
            <a:avLst/>
            <a:gdLst/>
            <a:ahLst/>
            <a:cxnLst/>
            <a:rect r="r" b="b" t="t" l="l"/>
            <a:pathLst>
              <a:path h="4809549" w="6007735">
                <a:moveTo>
                  <a:pt x="0" y="0"/>
                </a:moveTo>
                <a:lnTo>
                  <a:pt x="6007735" y="0"/>
                </a:lnTo>
                <a:lnTo>
                  <a:pt x="6007735" y="4809549"/>
                </a:lnTo>
                <a:lnTo>
                  <a:pt x="0" y="480954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-2259001">
            <a:off x="3811502" y="8297380"/>
            <a:ext cx="7242048" cy="8229600"/>
          </a:xfrm>
          <a:custGeom>
            <a:avLst/>
            <a:gdLst/>
            <a:ahLst/>
            <a:cxnLst/>
            <a:rect r="r" b="b" t="t" l="l"/>
            <a:pathLst>
              <a:path h="8229600" w="7242048">
                <a:moveTo>
                  <a:pt x="0" y="0"/>
                </a:moveTo>
                <a:lnTo>
                  <a:pt x="7242048" y="0"/>
                </a:lnTo>
                <a:lnTo>
                  <a:pt x="7242048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6784072">
            <a:off x="8300863" y="9026402"/>
            <a:ext cx="5942288" cy="4757155"/>
          </a:xfrm>
          <a:custGeom>
            <a:avLst/>
            <a:gdLst/>
            <a:ahLst/>
            <a:cxnLst/>
            <a:rect r="r" b="b" t="t" l="l"/>
            <a:pathLst>
              <a:path h="4757155" w="5942288">
                <a:moveTo>
                  <a:pt x="0" y="0"/>
                </a:moveTo>
                <a:lnTo>
                  <a:pt x="5942289" y="0"/>
                </a:lnTo>
                <a:lnTo>
                  <a:pt x="5942289" y="4757154"/>
                </a:lnTo>
                <a:lnTo>
                  <a:pt x="0" y="475715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-459995">
            <a:off x="10957599" y="8699697"/>
            <a:ext cx="6007735" cy="4809549"/>
          </a:xfrm>
          <a:custGeom>
            <a:avLst/>
            <a:gdLst/>
            <a:ahLst/>
            <a:cxnLst/>
            <a:rect r="r" b="b" t="t" l="l"/>
            <a:pathLst>
              <a:path h="4809549" w="6007735">
                <a:moveTo>
                  <a:pt x="0" y="0"/>
                </a:moveTo>
                <a:lnTo>
                  <a:pt x="6007735" y="0"/>
                </a:lnTo>
                <a:lnTo>
                  <a:pt x="6007735" y="4809548"/>
                </a:lnTo>
                <a:lnTo>
                  <a:pt x="0" y="480954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2341928" y="2813251"/>
            <a:ext cx="3426506" cy="4114800"/>
          </a:xfrm>
          <a:custGeom>
            <a:avLst/>
            <a:gdLst/>
            <a:ahLst/>
            <a:cxnLst/>
            <a:rect r="r" b="b" t="t" l="l"/>
            <a:pathLst>
              <a:path h="4114800" w="3426506">
                <a:moveTo>
                  <a:pt x="0" y="0"/>
                </a:moveTo>
                <a:lnTo>
                  <a:pt x="3426507" y="0"/>
                </a:lnTo>
                <a:lnTo>
                  <a:pt x="342650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58733" y="802023"/>
            <a:ext cx="7166801" cy="8682954"/>
            <a:chOff x="0" y="0"/>
            <a:chExt cx="1887553" cy="228686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87553" cy="2286869"/>
            </a:xfrm>
            <a:custGeom>
              <a:avLst/>
              <a:gdLst/>
              <a:ahLst/>
              <a:cxnLst/>
              <a:rect r="r" b="b" t="t" l="l"/>
              <a:pathLst>
                <a:path h="2286869" w="1887553">
                  <a:moveTo>
                    <a:pt x="37809" y="0"/>
                  </a:moveTo>
                  <a:lnTo>
                    <a:pt x="1849744" y="0"/>
                  </a:lnTo>
                  <a:cubicBezTo>
                    <a:pt x="1859771" y="0"/>
                    <a:pt x="1869388" y="3983"/>
                    <a:pt x="1876479" y="11074"/>
                  </a:cubicBezTo>
                  <a:cubicBezTo>
                    <a:pt x="1883569" y="18164"/>
                    <a:pt x="1887553" y="27781"/>
                    <a:pt x="1887553" y="37809"/>
                  </a:cubicBezTo>
                  <a:lnTo>
                    <a:pt x="1887553" y="2249060"/>
                  </a:lnTo>
                  <a:cubicBezTo>
                    <a:pt x="1887553" y="2259087"/>
                    <a:pt x="1883569" y="2268704"/>
                    <a:pt x="1876479" y="2275795"/>
                  </a:cubicBezTo>
                  <a:cubicBezTo>
                    <a:pt x="1869388" y="2282885"/>
                    <a:pt x="1859771" y="2286869"/>
                    <a:pt x="1849744" y="2286869"/>
                  </a:cubicBezTo>
                  <a:lnTo>
                    <a:pt x="37809" y="2286869"/>
                  </a:lnTo>
                  <a:cubicBezTo>
                    <a:pt x="27781" y="2286869"/>
                    <a:pt x="18164" y="2282885"/>
                    <a:pt x="11074" y="2275795"/>
                  </a:cubicBezTo>
                  <a:cubicBezTo>
                    <a:pt x="3983" y="2268704"/>
                    <a:pt x="0" y="2259087"/>
                    <a:pt x="0" y="2249060"/>
                  </a:cubicBezTo>
                  <a:lnTo>
                    <a:pt x="0" y="37809"/>
                  </a:lnTo>
                  <a:cubicBezTo>
                    <a:pt x="0" y="27781"/>
                    <a:pt x="3983" y="18164"/>
                    <a:pt x="11074" y="11074"/>
                  </a:cubicBezTo>
                  <a:cubicBezTo>
                    <a:pt x="18164" y="3983"/>
                    <a:pt x="27781" y="0"/>
                    <a:pt x="37809" y="0"/>
                  </a:cubicBezTo>
                  <a:close/>
                </a:path>
              </a:pathLst>
            </a:custGeom>
            <a:solidFill>
              <a:srgbClr val="D3E7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887553" cy="232496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824082" y="2011158"/>
            <a:ext cx="6636102" cy="9062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04"/>
              </a:lnSpc>
            </a:pPr>
            <a:r>
              <a:rPr lang="en-US" sz="6200">
                <a:solidFill>
                  <a:srgbClr val="022033"/>
                </a:solidFill>
                <a:latin typeface="Childling"/>
                <a:ea typeface="Childling"/>
                <a:cs typeface="Childling"/>
                <a:sym typeface="Childling"/>
              </a:rPr>
              <a:t>CREATION &amp; EARLY DAYS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9562466" y="802023"/>
            <a:ext cx="7166801" cy="8682954"/>
            <a:chOff x="0" y="0"/>
            <a:chExt cx="1887553" cy="228686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887553" cy="2286869"/>
            </a:xfrm>
            <a:custGeom>
              <a:avLst/>
              <a:gdLst/>
              <a:ahLst/>
              <a:cxnLst/>
              <a:rect r="r" b="b" t="t" l="l"/>
              <a:pathLst>
                <a:path h="2286869" w="1887553">
                  <a:moveTo>
                    <a:pt x="37809" y="0"/>
                  </a:moveTo>
                  <a:lnTo>
                    <a:pt x="1849744" y="0"/>
                  </a:lnTo>
                  <a:cubicBezTo>
                    <a:pt x="1859771" y="0"/>
                    <a:pt x="1869388" y="3983"/>
                    <a:pt x="1876479" y="11074"/>
                  </a:cubicBezTo>
                  <a:cubicBezTo>
                    <a:pt x="1883569" y="18164"/>
                    <a:pt x="1887553" y="27781"/>
                    <a:pt x="1887553" y="37809"/>
                  </a:cubicBezTo>
                  <a:lnTo>
                    <a:pt x="1887553" y="2249060"/>
                  </a:lnTo>
                  <a:cubicBezTo>
                    <a:pt x="1887553" y="2259087"/>
                    <a:pt x="1883569" y="2268704"/>
                    <a:pt x="1876479" y="2275795"/>
                  </a:cubicBezTo>
                  <a:cubicBezTo>
                    <a:pt x="1869388" y="2282885"/>
                    <a:pt x="1859771" y="2286869"/>
                    <a:pt x="1849744" y="2286869"/>
                  </a:cubicBezTo>
                  <a:lnTo>
                    <a:pt x="37809" y="2286869"/>
                  </a:lnTo>
                  <a:cubicBezTo>
                    <a:pt x="27781" y="2286869"/>
                    <a:pt x="18164" y="2282885"/>
                    <a:pt x="11074" y="2275795"/>
                  </a:cubicBezTo>
                  <a:cubicBezTo>
                    <a:pt x="3983" y="2268704"/>
                    <a:pt x="0" y="2259087"/>
                    <a:pt x="0" y="2249060"/>
                  </a:cubicBezTo>
                  <a:lnTo>
                    <a:pt x="0" y="37809"/>
                  </a:lnTo>
                  <a:cubicBezTo>
                    <a:pt x="0" y="27781"/>
                    <a:pt x="3983" y="18164"/>
                    <a:pt x="11074" y="11074"/>
                  </a:cubicBezTo>
                  <a:cubicBezTo>
                    <a:pt x="18164" y="3983"/>
                    <a:pt x="27781" y="0"/>
                    <a:pt x="37809" y="0"/>
                  </a:cubicBezTo>
                  <a:close/>
                </a:path>
              </a:pathLst>
            </a:custGeom>
            <a:solidFill>
              <a:srgbClr val="D3E7FF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1887553" cy="232496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9769795" y="2011158"/>
            <a:ext cx="6752144" cy="30779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04"/>
              </a:lnSpc>
            </a:pPr>
            <a:r>
              <a:rPr lang="en-US" sz="6200">
                <a:solidFill>
                  <a:srgbClr val="000000"/>
                </a:solidFill>
                <a:latin typeface="Childling"/>
                <a:ea typeface="Childling"/>
                <a:cs typeface="Childling"/>
                <a:sym typeface="Childling"/>
              </a:rPr>
              <a:t>EVOLUTION &amp; MODERN JAVASCRIPT</a:t>
            </a:r>
          </a:p>
          <a:p>
            <a:pPr algn="ctr">
              <a:lnSpc>
                <a:spcPts val="5704"/>
              </a:lnSpc>
            </a:pPr>
          </a:p>
          <a:p>
            <a:pPr algn="ctr">
              <a:lnSpc>
                <a:spcPts val="5704"/>
              </a:lnSpc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1952829" y="3960852"/>
            <a:ext cx="6378608" cy="27729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006" indent="-259003" lvl="1">
              <a:lnSpc>
                <a:spcPts val="3694"/>
              </a:lnSpc>
              <a:buFont typeface="Arial"/>
              <a:buChar char="•"/>
            </a:pPr>
            <a:r>
              <a:rPr lang="en-US" sz="2399" spc="134">
                <a:solidFill>
                  <a:srgbClr val="022033"/>
                </a:solidFill>
                <a:latin typeface="Open Sauce"/>
                <a:ea typeface="Open Sauce"/>
                <a:cs typeface="Open Sauce"/>
                <a:sym typeface="Open Sauce"/>
              </a:rPr>
              <a:t> Created in 1995</a:t>
            </a:r>
          </a:p>
          <a:p>
            <a:pPr algn="l" marL="518006" indent="-259003" lvl="1">
              <a:lnSpc>
                <a:spcPts val="3694"/>
              </a:lnSpc>
              <a:buFont typeface="Arial"/>
              <a:buChar char="•"/>
            </a:pPr>
            <a:r>
              <a:rPr lang="en-US" sz="2399" spc="134">
                <a:solidFill>
                  <a:srgbClr val="022033"/>
                </a:solidFill>
                <a:latin typeface="Open Sauce"/>
                <a:ea typeface="Open Sauce"/>
                <a:cs typeface="Open Sauce"/>
                <a:sym typeface="Open Sauce"/>
              </a:rPr>
              <a:t> Developed by Brendan Eich</a:t>
            </a:r>
          </a:p>
          <a:p>
            <a:pPr algn="l" marL="518006" indent="-259003" lvl="1">
              <a:lnSpc>
                <a:spcPts val="3694"/>
              </a:lnSpc>
              <a:buFont typeface="Arial"/>
              <a:buChar char="•"/>
            </a:pPr>
            <a:r>
              <a:rPr lang="en-US" sz="2399" spc="134">
                <a:solidFill>
                  <a:srgbClr val="022033"/>
                </a:solidFill>
                <a:latin typeface="Open Sauce"/>
                <a:ea typeface="Open Sauce"/>
                <a:cs typeface="Open Sauce"/>
                <a:sym typeface="Open Sauce"/>
              </a:rPr>
              <a:t> Built in just 10 days</a:t>
            </a:r>
          </a:p>
          <a:p>
            <a:pPr algn="l" marL="518006" indent="-259003" lvl="1">
              <a:lnSpc>
                <a:spcPts val="3694"/>
              </a:lnSpc>
              <a:buFont typeface="Arial"/>
              <a:buChar char="•"/>
            </a:pPr>
            <a:r>
              <a:rPr lang="en-US" sz="2399" spc="134">
                <a:solidFill>
                  <a:srgbClr val="022033"/>
                </a:solidFill>
                <a:latin typeface="Open Sauce"/>
                <a:ea typeface="Open Sauce"/>
                <a:cs typeface="Open Sauce"/>
                <a:sym typeface="Open Sauce"/>
              </a:rPr>
              <a:t> Originally named Mocha</a:t>
            </a:r>
          </a:p>
          <a:p>
            <a:pPr algn="l" marL="518006" indent="-259003" lvl="1">
              <a:lnSpc>
                <a:spcPts val="3694"/>
              </a:lnSpc>
              <a:buFont typeface="Arial"/>
              <a:buChar char="•"/>
            </a:pPr>
            <a:r>
              <a:rPr lang="en-US" sz="2399" spc="134">
                <a:solidFill>
                  <a:srgbClr val="022033"/>
                </a:solidFill>
                <a:latin typeface="Open Sauce"/>
                <a:ea typeface="Open Sauce"/>
                <a:cs typeface="Open Sauce"/>
                <a:sym typeface="Open Sauce"/>
              </a:rPr>
              <a:t> Renamed to LiveScript → then JavaScript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051459" y="3951327"/>
            <a:ext cx="6188815" cy="33067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006" indent="-259003" lvl="1">
              <a:lnSpc>
                <a:spcPts val="3766"/>
              </a:lnSpc>
              <a:buFont typeface="Arial"/>
              <a:buChar char="•"/>
            </a:pPr>
            <a:r>
              <a:rPr lang="en-US" sz="2399" spc="134">
                <a:solidFill>
                  <a:srgbClr val="022033"/>
                </a:solidFill>
                <a:latin typeface="Open Sauce"/>
                <a:ea typeface="Open Sauce"/>
                <a:cs typeface="Open Sauce"/>
                <a:sym typeface="Open Sauce"/>
              </a:rPr>
              <a:t>Standardized as ECMAScript (ES)</a:t>
            </a:r>
          </a:p>
          <a:p>
            <a:pPr algn="l" marL="518006" indent="-259003" lvl="1">
              <a:lnSpc>
                <a:spcPts val="3766"/>
              </a:lnSpc>
              <a:buFont typeface="Arial"/>
              <a:buChar char="•"/>
            </a:pPr>
            <a:r>
              <a:rPr lang="en-US" sz="2399" spc="134">
                <a:solidFill>
                  <a:srgbClr val="022033"/>
                </a:solidFill>
                <a:latin typeface="Open Sauce"/>
                <a:ea typeface="Open Sauce"/>
                <a:cs typeface="Open Sauce"/>
                <a:sym typeface="Open Sauce"/>
              </a:rPr>
              <a:t> Major update: ES6 (2015)</a:t>
            </a:r>
          </a:p>
          <a:p>
            <a:pPr algn="l" marL="518006" indent="-259003" lvl="1">
              <a:lnSpc>
                <a:spcPts val="3766"/>
              </a:lnSpc>
              <a:buFont typeface="Arial"/>
              <a:buChar char="•"/>
            </a:pPr>
            <a:r>
              <a:rPr lang="en-US" sz="2399" spc="134">
                <a:solidFill>
                  <a:srgbClr val="022033"/>
                </a:solidFill>
                <a:latin typeface="Open Sauce"/>
                <a:ea typeface="Open Sauce"/>
                <a:cs typeface="Open Sauce"/>
                <a:sym typeface="Open Sauce"/>
              </a:rPr>
              <a:t> Introduced let, const, arrow functions, classes</a:t>
            </a:r>
          </a:p>
          <a:p>
            <a:pPr algn="l" marL="518006" indent="-259003" lvl="1">
              <a:lnSpc>
                <a:spcPts val="3766"/>
              </a:lnSpc>
              <a:buFont typeface="Arial"/>
              <a:buChar char="•"/>
            </a:pPr>
            <a:r>
              <a:rPr lang="en-US" sz="2399" spc="134">
                <a:solidFill>
                  <a:srgbClr val="022033"/>
                </a:solidFill>
                <a:latin typeface="Open Sauce"/>
                <a:ea typeface="Open Sauce"/>
                <a:cs typeface="Open Sauce"/>
                <a:sym typeface="Open Sauce"/>
              </a:rPr>
              <a:t> Now used for frontend &amp; backend (Node.js)</a:t>
            </a:r>
          </a:p>
          <a:p>
            <a:pPr algn="l" marL="518006" indent="-259003" lvl="1">
              <a:lnSpc>
                <a:spcPts val="3766"/>
              </a:lnSpc>
              <a:buFont typeface="Arial"/>
              <a:buChar char="•"/>
            </a:pPr>
            <a:r>
              <a:rPr lang="en-US" sz="2399" spc="134">
                <a:solidFill>
                  <a:srgbClr val="022033"/>
                </a:solidFill>
                <a:latin typeface="Open Sauce"/>
                <a:ea typeface="Open Sauce"/>
                <a:cs typeface="Open Sauce"/>
                <a:sym typeface="Open Sauce"/>
              </a:rPr>
              <a:t> Continues to evolve yearly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7491922">
            <a:off x="-4541578" y="-5401015"/>
            <a:ext cx="7242048" cy="8229600"/>
          </a:xfrm>
          <a:custGeom>
            <a:avLst/>
            <a:gdLst/>
            <a:ahLst/>
            <a:cxnLst/>
            <a:rect r="r" b="b" t="t" l="l"/>
            <a:pathLst>
              <a:path h="8229600" w="7242048">
                <a:moveTo>
                  <a:pt x="0" y="0"/>
                </a:moveTo>
                <a:lnTo>
                  <a:pt x="7242048" y="0"/>
                </a:lnTo>
                <a:lnTo>
                  <a:pt x="7242048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7774774">
            <a:off x="-3290302" y="2455612"/>
            <a:ext cx="5942288" cy="4757155"/>
          </a:xfrm>
          <a:custGeom>
            <a:avLst/>
            <a:gdLst/>
            <a:ahLst/>
            <a:cxnLst/>
            <a:rect r="r" b="b" t="t" l="l"/>
            <a:pathLst>
              <a:path h="4757155" w="5942288">
                <a:moveTo>
                  <a:pt x="0" y="0"/>
                </a:moveTo>
                <a:lnTo>
                  <a:pt x="5942288" y="0"/>
                </a:lnTo>
                <a:lnTo>
                  <a:pt x="5942288" y="4757155"/>
                </a:lnTo>
                <a:lnTo>
                  <a:pt x="0" y="475715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-8544531">
            <a:off x="16830150" y="381214"/>
            <a:ext cx="7242048" cy="8229600"/>
          </a:xfrm>
          <a:custGeom>
            <a:avLst/>
            <a:gdLst/>
            <a:ahLst/>
            <a:cxnLst/>
            <a:rect r="r" b="b" t="t" l="l"/>
            <a:pathLst>
              <a:path h="8229600" w="7242048">
                <a:moveTo>
                  <a:pt x="0" y="0"/>
                </a:moveTo>
                <a:lnTo>
                  <a:pt x="7242048" y="0"/>
                </a:lnTo>
                <a:lnTo>
                  <a:pt x="7242048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7774774">
            <a:off x="14288156" y="8336982"/>
            <a:ext cx="5942288" cy="4757155"/>
          </a:xfrm>
          <a:custGeom>
            <a:avLst/>
            <a:gdLst/>
            <a:ahLst/>
            <a:cxnLst/>
            <a:rect r="r" b="b" t="t" l="l"/>
            <a:pathLst>
              <a:path h="4757155" w="5942288">
                <a:moveTo>
                  <a:pt x="0" y="0"/>
                </a:moveTo>
                <a:lnTo>
                  <a:pt x="5942288" y="0"/>
                </a:lnTo>
                <a:lnTo>
                  <a:pt x="5942288" y="4757155"/>
                </a:lnTo>
                <a:lnTo>
                  <a:pt x="0" y="475715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764788" y="2160038"/>
            <a:ext cx="12683595" cy="12847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104"/>
              </a:lnSpc>
            </a:pPr>
            <a:r>
              <a:rPr lang="en-US" sz="8808">
                <a:solidFill>
                  <a:srgbClr val="022033"/>
                </a:solidFill>
                <a:latin typeface="Childling"/>
                <a:ea typeface="Childling"/>
                <a:cs typeface="Childling"/>
                <a:sym typeface="Childling"/>
              </a:rPr>
              <a:t>FIRST SCRIPT IN JAVASCRIPT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1137161">
            <a:off x="16140723" y="2861297"/>
            <a:ext cx="6007735" cy="4809549"/>
          </a:xfrm>
          <a:custGeom>
            <a:avLst/>
            <a:gdLst/>
            <a:ahLst/>
            <a:cxnLst/>
            <a:rect r="r" b="b" t="t" l="l"/>
            <a:pathLst>
              <a:path h="4809549" w="6007735">
                <a:moveTo>
                  <a:pt x="0" y="0"/>
                </a:moveTo>
                <a:lnTo>
                  <a:pt x="6007735" y="0"/>
                </a:lnTo>
                <a:lnTo>
                  <a:pt x="6007735" y="4809548"/>
                </a:lnTo>
                <a:lnTo>
                  <a:pt x="0" y="480954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4333730">
            <a:off x="15530761" y="6751870"/>
            <a:ext cx="5942288" cy="4757155"/>
          </a:xfrm>
          <a:custGeom>
            <a:avLst/>
            <a:gdLst/>
            <a:ahLst/>
            <a:cxnLst/>
            <a:rect r="r" b="b" t="t" l="l"/>
            <a:pathLst>
              <a:path h="4757155" w="5942288">
                <a:moveTo>
                  <a:pt x="0" y="0"/>
                </a:moveTo>
                <a:lnTo>
                  <a:pt x="5942288" y="0"/>
                </a:lnTo>
                <a:lnTo>
                  <a:pt x="5942288" y="4757154"/>
                </a:lnTo>
                <a:lnTo>
                  <a:pt x="0" y="475715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545397">
            <a:off x="15229157" y="-3879341"/>
            <a:ext cx="7242048" cy="8229600"/>
          </a:xfrm>
          <a:custGeom>
            <a:avLst/>
            <a:gdLst/>
            <a:ahLst/>
            <a:cxnLst/>
            <a:rect r="r" b="b" t="t" l="l"/>
            <a:pathLst>
              <a:path h="8229600" w="7242048">
                <a:moveTo>
                  <a:pt x="0" y="0"/>
                </a:moveTo>
                <a:lnTo>
                  <a:pt x="7242048" y="0"/>
                </a:lnTo>
                <a:lnTo>
                  <a:pt x="7242048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5400000">
            <a:off x="9841823" y="-3604950"/>
            <a:ext cx="5942288" cy="4757155"/>
          </a:xfrm>
          <a:custGeom>
            <a:avLst/>
            <a:gdLst/>
            <a:ahLst/>
            <a:cxnLst/>
            <a:rect r="r" b="b" t="t" l="l"/>
            <a:pathLst>
              <a:path h="4757155" w="5942288">
                <a:moveTo>
                  <a:pt x="0" y="0"/>
                </a:moveTo>
                <a:lnTo>
                  <a:pt x="5942288" y="0"/>
                </a:lnTo>
                <a:lnTo>
                  <a:pt x="5942288" y="4757154"/>
                </a:lnTo>
                <a:lnTo>
                  <a:pt x="0" y="475715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459995">
            <a:off x="4581302" y="-2806779"/>
            <a:ext cx="6007735" cy="4809549"/>
          </a:xfrm>
          <a:custGeom>
            <a:avLst/>
            <a:gdLst/>
            <a:ahLst/>
            <a:cxnLst/>
            <a:rect r="r" b="b" t="t" l="l"/>
            <a:pathLst>
              <a:path h="4809549" w="6007735">
                <a:moveTo>
                  <a:pt x="0" y="0"/>
                </a:moveTo>
                <a:lnTo>
                  <a:pt x="6007735" y="0"/>
                </a:lnTo>
                <a:lnTo>
                  <a:pt x="6007735" y="4809548"/>
                </a:lnTo>
                <a:lnTo>
                  <a:pt x="0" y="480954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7491922">
            <a:off x="-2893486" y="-4987080"/>
            <a:ext cx="7242048" cy="8229600"/>
          </a:xfrm>
          <a:custGeom>
            <a:avLst/>
            <a:gdLst/>
            <a:ahLst/>
            <a:cxnLst/>
            <a:rect r="r" b="b" t="t" l="l"/>
            <a:pathLst>
              <a:path h="8229600" w="7242048">
                <a:moveTo>
                  <a:pt x="0" y="0"/>
                </a:moveTo>
                <a:lnTo>
                  <a:pt x="7242048" y="0"/>
                </a:lnTo>
                <a:lnTo>
                  <a:pt x="7242048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6784072">
            <a:off x="-2971144" y="2887494"/>
            <a:ext cx="5942288" cy="4757155"/>
          </a:xfrm>
          <a:custGeom>
            <a:avLst/>
            <a:gdLst/>
            <a:ahLst/>
            <a:cxnLst/>
            <a:rect r="r" b="b" t="t" l="l"/>
            <a:pathLst>
              <a:path h="4757155" w="5942288">
                <a:moveTo>
                  <a:pt x="0" y="0"/>
                </a:moveTo>
                <a:lnTo>
                  <a:pt x="5942288" y="0"/>
                </a:lnTo>
                <a:lnTo>
                  <a:pt x="5942288" y="4757154"/>
                </a:lnTo>
                <a:lnTo>
                  <a:pt x="0" y="475715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-459995">
            <a:off x="-1425658" y="7497003"/>
            <a:ext cx="6007735" cy="4809549"/>
          </a:xfrm>
          <a:custGeom>
            <a:avLst/>
            <a:gdLst/>
            <a:ahLst/>
            <a:cxnLst/>
            <a:rect r="r" b="b" t="t" l="l"/>
            <a:pathLst>
              <a:path h="4809549" w="6007735">
                <a:moveTo>
                  <a:pt x="0" y="0"/>
                </a:moveTo>
                <a:lnTo>
                  <a:pt x="6007735" y="0"/>
                </a:lnTo>
                <a:lnTo>
                  <a:pt x="6007735" y="4809549"/>
                </a:lnTo>
                <a:lnTo>
                  <a:pt x="0" y="480954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-2259001">
            <a:off x="3811502" y="8297380"/>
            <a:ext cx="7242048" cy="8229600"/>
          </a:xfrm>
          <a:custGeom>
            <a:avLst/>
            <a:gdLst/>
            <a:ahLst/>
            <a:cxnLst/>
            <a:rect r="r" b="b" t="t" l="l"/>
            <a:pathLst>
              <a:path h="8229600" w="7242048">
                <a:moveTo>
                  <a:pt x="0" y="0"/>
                </a:moveTo>
                <a:lnTo>
                  <a:pt x="7242048" y="0"/>
                </a:lnTo>
                <a:lnTo>
                  <a:pt x="7242048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6784072">
            <a:off x="8300863" y="9026402"/>
            <a:ext cx="5942288" cy="4757155"/>
          </a:xfrm>
          <a:custGeom>
            <a:avLst/>
            <a:gdLst/>
            <a:ahLst/>
            <a:cxnLst/>
            <a:rect r="r" b="b" t="t" l="l"/>
            <a:pathLst>
              <a:path h="4757155" w="5942288">
                <a:moveTo>
                  <a:pt x="0" y="0"/>
                </a:moveTo>
                <a:lnTo>
                  <a:pt x="5942289" y="0"/>
                </a:lnTo>
                <a:lnTo>
                  <a:pt x="5942289" y="4757154"/>
                </a:lnTo>
                <a:lnTo>
                  <a:pt x="0" y="475715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-459995">
            <a:off x="10957599" y="8699697"/>
            <a:ext cx="6007735" cy="4809549"/>
          </a:xfrm>
          <a:custGeom>
            <a:avLst/>
            <a:gdLst/>
            <a:ahLst/>
            <a:cxnLst/>
            <a:rect r="r" b="b" t="t" l="l"/>
            <a:pathLst>
              <a:path h="4809549" w="6007735">
                <a:moveTo>
                  <a:pt x="0" y="0"/>
                </a:moveTo>
                <a:lnTo>
                  <a:pt x="6007735" y="0"/>
                </a:lnTo>
                <a:lnTo>
                  <a:pt x="6007735" y="4809548"/>
                </a:lnTo>
                <a:lnTo>
                  <a:pt x="0" y="480954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4" id="14"/>
          <p:cNvGrpSpPr/>
          <p:nvPr/>
        </p:nvGrpSpPr>
        <p:grpSpPr>
          <a:xfrm rot="0">
            <a:off x="4052197" y="3802947"/>
            <a:ext cx="10108777" cy="2801569"/>
            <a:chOff x="0" y="0"/>
            <a:chExt cx="2662394" cy="737862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662394" cy="737862"/>
            </a:xfrm>
            <a:custGeom>
              <a:avLst/>
              <a:gdLst/>
              <a:ahLst/>
              <a:cxnLst/>
              <a:rect r="r" b="b" t="t" l="l"/>
              <a:pathLst>
                <a:path h="737862" w="2662394">
                  <a:moveTo>
                    <a:pt x="39059" y="0"/>
                  </a:moveTo>
                  <a:lnTo>
                    <a:pt x="2623335" y="0"/>
                  </a:lnTo>
                  <a:cubicBezTo>
                    <a:pt x="2644907" y="0"/>
                    <a:pt x="2662394" y="17487"/>
                    <a:pt x="2662394" y="39059"/>
                  </a:cubicBezTo>
                  <a:lnTo>
                    <a:pt x="2662394" y="698803"/>
                  </a:lnTo>
                  <a:cubicBezTo>
                    <a:pt x="2662394" y="720375"/>
                    <a:pt x="2644907" y="737862"/>
                    <a:pt x="2623335" y="737862"/>
                  </a:cubicBezTo>
                  <a:lnTo>
                    <a:pt x="39059" y="737862"/>
                  </a:lnTo>
                  <a:cubicBezTo>
                    <a:pt x="17487" y="737862"/>
                    <a:pt x="0" y="720375"/>
                    <a:pt x="0" y="698803"/>
                  </a:cubicBezTo>
                  <a:lnTo>
                    <a:pt x="0" y="39059"/>
                  </a:lnTo>
                  <a:cubicBezTo>
                    <a:pt x="0" y="17487"/>
                    <a:pt x="17487" y="0"/>
                    <a:pt x="39059" y="0"/>
                  </a:cubicBezTo>
                  <a:close/>
                </a:path>
              </a:pathLst>
            </a:custGeom>
            <a:solidFill>
              <a:srgbClr val="D3E7FF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2662394" cy="77596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  <a:p>
              <a:pPr algn="ctr">
                <a:lnSpc>
                  <a:spcPts val="2659"/>
                </a:lnSpc>
              </a:pPr>
            </a:p>
            <a:p>
              <a:pPr algn="ctr">
                <a:lnSpc>
                  <a:spcPts val="2659"/>
                </a:lnSpc>
              </a:pPr>
            </a:p>
            <a:p>
              <a:pPr algn="l">
                <a:lnSpc>
                  <a:spcPts val="2659"/>
                </a:lnSpc>
              </a:pPr>
              <a:r>
                <a:rPr lang="en-US" sz="1899">
                  <a:solidFill>
                    <a:srgbClr val="000000"/>
                  </a:solidFill>
                  <a:latin typeface="Open Sans Light"/>
                  <a:ea typeface="Open Sans Light"/>
                  <a:cs typeface="Open Sans Light"/>
                  <a:sym typeface="Open Sans Light"/>
                </a:rPr>
                <a:t>                 </a:t>
              </a:r>
            </a:p>
            <a:p>
              <a:pPr algn="l">
                <a:lnSpc>
                  <a:spcPts val="2659"/>
                </a:lnSpc>
              </a:pPr>
              <a:r>
                <a:rPr lang="en-US" sz="1899">
                  <a:solidFill>
                    <a:srgbClr val="000000"/>
                  </a:solidFill>
                  <a:latin typeface="Open Sans Light"/>
                  <a:ea typeface="Open Sans Light"/>
                  <a:cs typeface="Open Sans Light"/>
                  <a:sym typeface="Open Sans Light"/>
                </a:rPr>
                <a:t>                       </a:t>
              </a:r>
            </a:p>
            <a:p>
              <a:pPr algn="l">
                <a:lnSpc>
                  <a:spcPts val="2659"/>
                </a:lnSpc>
              </a:pPr>
              <a:r>
                <a:rPr lang="en-US" sz="1899">
                  <a:solidFill>
                    <a:srgbClr val="000000"/>
                  </a:solidFill>
                  <a:latin typeface="Open Sans Light"/>
                  <a:ea typeface="Open Sans Light"/>
                  <a:cs typeface="Open Sans Light"/>
                  <a:sym typeface="Open Sans Light"/>
                </a:rPr>
                <a:t>                       </a:t>
              </a:r>
            </a:p>
            <a:p>
              <a:pPr algn="l">
                <a:lnSpc>
                  <a:spcPts val="2659"/>
                </a:lnSpc>
              </a:pPr>
              <a:r>
                <a:rPr lang="en-US" sz="1899">
                  <a:solidFill>
                    <a:srgbClr val="000000"/>
                  </a:solidFill>
                  <a:latin typeface="Open Sans Light"/>
                  <a:ea typeface="Open Sans Light"/>
                  <a:cs typeface="Open Sans Light"/>
                  <a:sym typeface="Open Sans Light"/>
                </a:rPr>
                <a:t>                       </a:t>
              </a:r>
            </a:p>
            <a:p>
              <a:pPr algn="l">
                <a:lnSpc>
                  <a:spcPts val="2659"/>
                </a:lnSpc>
              </a:pP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4480821" y="4367253"/>
            <a:ext cx="8790444" cy="1177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99"/>
              </a:lnSpc>
            </a:pPr>
            <a:r>
              <a:rPr lang="en-US" sz="3999" spc="223">
                <a:solidFill>
                  <a:srgbClr val="022033"/>
                </a:solidFill>
                <a:latin typeface="Yeseva One"/>
                <a:ea typeface="Yeseva One"/>
                <a:cs typeface="Yeseva One"/>
                <a:sym typeface="Yeseva One"/>
              </a:rPr>
              <a:t>let name = "Intern";</a:t>
            </a:r>
          </a:p>
          <a:p>
            <a:pPr algn="ctr">
              <a:lnSpc>
                <a:spcPts val="4599"/>
              </a:lnSpc>
            </a:pPr>
            <a:r>
              <a:rPr lang="en-US" sz="3999" spc="223">
                <a:solidFill>
                  <a:srgbClr val="022033"/>
                </a:solidFill>
                <a:latin typeface="Yeseva One"/>
                <a:ea typeface="Yeseva One"/>
                <a:cs typeface="Yeseva One"/>
                <a:sym typeface="Yeseva One"/>
              </a:rPr>
              <a:t>console.log("Hello " + name);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732292" y="1586462"/>
            <a:ext cx="7052135" cy="593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1"/>
              </a:lnSpc>
            </a:pPr>
            <a:r>
              <a:rPr lang="en-US" sz="4099">
                <a:solidFill>
                  <a:srgbClr val="022033"/>
                </a:solidFill>
                <a:latin typeface="Childling"/>
                <a:ea typeface="Childling"/>
                <a:cs typeface="Childling"/>
                <a:sym typeface="Childling"/>
              </a:rPr>
              <a:t> SYNTAX RULES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1137161">
            <a:off x="16140723" y="2861297"/>
            <a:ext cx="6007735" cy="4809549"/>
          </a:xfrm>
          <a:custGeom>
            <a:avLst/>
            <a:gdLst/>
            <a:ahLst/>
            <a:cxnLst/>
            <a:rect r="r" b="b" t="t" l="l"/>
            <a:pathLst>
              <a:path h="4809549" w="6007735">
                <a:moveTo>
                  <a:pt x="0" y="0"/>
                </a:moveTo>
                <a:lnTo>
                  <a:pt x="6007735" y="0"/>
                </a:lnTo>
                <a:lnTo>
                  <a:pt x="6007735" y="4809548"/>
                </a:lnTo>
                <a:lnTo>
                  <a:pt x="0" y="480954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4333730">
            <a:off x="15530761" y="6751870"/>
            <a:ext cx="5942288" cy="4757155"/>
          </a:xfrm>
          <a:custGeom>
            <a:avLst/>
            <a:gdLst/>
            <a:ahLst/>
            <a:cxnLst/>
            <a:rect r="r" b="b" t="t" l="l"/>
            <a:pathLst>
              <a:path h="4757155" w="5942288">
                <a:moveTo>
                  <a:pt x="0" y="0"/>
                </a:moveTo>
                <a:lnTo>
                  <a:pt x="5942288" y="0"/>
                </a:lnTo>
                <a:lnTo>
                  <a:pt x="5942288" y="4757154"/>
                </a:lnTo>
                <a:lnTo>
                  <a:pt x="0" y="475715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545397">
            <a:off x="15229157" y="-3879341"/>
            <a:ext cx="7242048" cy="8229600"/>
          </a:xfrm>
          <a:custGeom>
            <a:avLst/>
            <a:gdLst/>
            <a:ahLst/>
            <a:cxnLst/>
            <a:rect r="r" b="b" t="t" l="l"/>
            <a:pathLst>
              <a:path h="8229600" w="7242048">
                <a:moveTo>
                  <a:pt x="0" y="0"/>
                </a:moveTo>
                <a:lnTo>
                  <a:pt x="7242048" y="0"/>
                </a:lnTo>
                <a:lnTo>
                  <a:pt x="7242048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5400000">
            <a:off x="10870397" y="-3480812"/>
            <a:ext cx="5942288" cy="4757155"/>
          </a:xfrm>
          <a:custGeom>
            <a:avLst/>
            <a:gdLst/>
            <a:ahLst/>
            <a:cxnLst/>
            <a:rect r="r" b="b" t="t" l="l"/>
            <a:pathLst>
              <a:path h="4757155" w="5942288">
                <a:moveTo>
                  <a:pt x="0" y="0"/>
                </a:moveTo>
                <a:lnTo>
                  <a:pt x="5942288" y="0"/>
                </a:lnTo>
                <a:lnTo>
                  <a:pt x="5942288" y="4757154"/>
                </a:lnTo>
                <a:lnTo>
                  <a:pt x="0" y="475715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459995">
            <a:off x="5609875" y="-2682641"/>
            <a:ext cx="6007735" cy="4809549"/>
          </a:xfrm>
          <a:custGeom>
            <a:avLst/>
            <a:gdLst/>
            <a:ahLst/>
            <a:cxnLst/>
            <a:rect r="r" b="b" t="t" l="l"/>
            <a:pathLst>
              <a:path h="4809549" w="6007735">
                <a:moveTo>
                  <a:pt x="0" y="0"/>
                </a:moveTo>
                <a:lnTo>
                  <a:pt x="6007735" y="0"/>
                </a:lnTo>
                <a:lnTo>
                  <a:pt x="6007735" y="4809548"/>
                </a:lnTo>
                <a:lnTo>
                  <a:pt x="0" y="480954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7491922">
            <a:off x="-2893486" y="-4987080"/>
            <a:ext cx="7242048" cy="8229600"/>
          </a:xfrm>
          <a:custGeom>
            <a:avLst/>
            <a:gdLst/>
            <a:ahLst/>
            <a:cxnLst/>
            <a:rect r="r" b="b" t="t" l="l"/>
            <a:pathLst>
              <a:path h="8229600" w="7242048">
                <a:moveTo>
                  <a:pt x="0" y="0"/>
                </a:moveTo>
                <a:lnTo>
                  <a:pt x="7242048" y="0"/>
                </a:lnTo>
                <a:lnTo>
                  <a:pt x="7242048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6784072">
            <a:off x="-2971144" y="2887494"/>
            <a:ext cx="5942288" cy="4757155"/>
          </a:xfrm>
          <a:custGeom>
            <a:avLst/>
            <a:gdLst/>
            <a:ahLst/>
            <a:cxnLst/>
            <a:rect r="r" b="b" t="t" l="l"/>
            <a:pathLst>
              <a:path h="4757155" w="5942288">
                <a:moveTo>
                  <a:pt x="0" y="0"/>
                </a:moveTo>
                <a:lnTo>
                  <a:pt x="5942288" y="0"/>
                </a:lnTo>
                <a:lnTo>
                  <a:pt x="5942288" y="4757154"/>
                </a:lnTo>
                <a:lnTo>
                  <a:pt x="0" y="475715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-459995">
            <a:off x="-1425658" y="7497003"/>
            <a:ext cx="6007735" cy="4809549"/>
          </a:xfrm>
          <a:custGeom>
            <a:avLst/>
            <a:gdLst/>
            <a:ahLst/>
            <a:cxnLst/>
            <a:rect r="r" b="b" t="t" l="l"/>
            <a:pathLst>
              <a:path h="4809549" w="6007735">
                <a:moveTo>
                  <a:pt x="0" y="0"/>
                </a:moveTo>
                <a:lnTo>
                  <a:pt x="6007735" y="0"/>
                </a:lnTo>
                <a:lnTo>
                  <a:pt x="6007735" y="4809549"/>
                </a:lnTo>
                <a:lnTo>
                  <a:pt x="0" y="480954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-2259001">
            <a:off x="3811502" y="8297380"/>
            <a:ext cx="7242048" cy="8229600"/>
          </a:xfrm>
          <a:custGeom>
            <a:avLst/>
            <a:gdLst/>
            <a:ahLst/>
            <a:cxnLst/>
            <a:rect r="r" b="b" t="t" l="l"/>
            <a:pathLst>
              <a:path h="8229600" w="7242048">
                <a:moveTo>
                  <a:pt x="0" y="0"/>
                </a:moveTo>
                <a:lnTo>
                  <a:pt x="7242048" y="0"/>
                </a:lnTo>
                <a:lnTo>
                  <a:pt x="7242048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6784072">
            <a:off x="8300863" y="9026402"/>
            <a:ext cx="5942288" cy="4757155"/>
          </a:xfrm>
          <a:custGeom>
            <a:avLst/>
            <a:gdLst/>
            <a:ahLst/>
            <a:cxnLst/>
            <a:rect r="r" b="b" t="t" l="l"/>
            <a:pathLst>
              <a:path h="4757155" w="5942288">
                <a:moveTo>
                  <a:pt x="0" y="0"/>
                </a:moveTo>
                <a:lnTo>
                  <a:pt x="5942289" y="0"/>
                </a:lnTo>
                <a:lnTo>
                  <a:pt x="5942289" y="4757154"/>
                </a:lnTo>
                <a:lnTo>
                  <a:pt x="0" y="475715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-459995">
            <a:off x="10957599" y="8699697"/>
            <a:ext cx="6007735" cy="4809549"/>
          </a:xfrm>
          <a:custGeom>
            <a:avLst/>
            <a:gdLst/>
            <a:ahLst/>
            <a:cxnLst/>
            <a:rect r="r" b="b" t="t" l="l"/>
            <a:pathLst>
              <a:path h="4809549" w="6007735">
                <a:moveTo>
                  <a:pt x="0" y="0"/>
                </a:moveTo>
                <a:lnTo>
                  <a:pt x="6007735" y="0"/>
                </a:lnTo>
                <a:lnTo>
                  <a:pt x="6007735" y="4809548"/>
                </a:lnTo>
                <a:lnTo>
                  <a:pt x="0" y="480954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4" id="14"/>
          <p:cNvGrpSpPr/>
          <p:nvPr/>
        </p:nvGrpSpPr>
        <p:grpSpPr>
          <a:xfrm rot="0">
            <a:off x="2334814" y="2192925"/>
            <a:ext cx="5923545" cy="3468319"/>
            <a:chOff x="0" y="0"/>
            <a:chExt cx="1560111" cy="913467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560111" cy="913467"/>
            </a:xfrm>
            <a:custGeom>
              <a:avLst/>
              <a:gdLst/>
              <a:ahLst/>
              <a:cxnLst/>
              <a:rect r="r" b="b" t="t" l="l"/>
              <a:pathLst>
                <a:path h="913467" w="1560111">
                  <a:moveTo>
                    <a:pt x="66656" y="0"/>
                  </a:moveTo>
                  <a:lnTo>
                    <a:pt x="1493455" y="0"/>
                  </a:lnTo>
                  <a:cubicBezTo>
                    <a:pt x="1511133" y="0"/>
                    <a:pt x="1528087" y="7023"/>
                    <a:pt x="1540588" y="19523"/>
                  </a:cubicBezTo>
                  <a:cubicBezTo>
                    <a:pt x="1553088" y="32023"/>
                    <a:pt x="1560111" y="48977"/>
                    <a:pt x="1560111" y="66656"/>
                  </a:cubicBezTo>
                  <a:lnTo>
                    <a:pt x="1560111" y="846811"/>
                  </a:lnTo>
                  <a:cubicBezTo>
                    <a:pt x="1560111" y="864489"/>
                    <a:pt x="1553088" y="881443"/>
                    <a:pt x="1540588" y="893944"/>
                  </a:cubicBezTo>
                  <a:cubicBezTo>
                    <a:pt x="1528087" y="906444"/>
                    <a:pt x="1511133" y="913467"/>
                    <a:pt x="1493455" y="913467"/>
                  </a:cubicBezTo>
                  <a:lnTo>
                    <a:pt x="66656" y="913467"/>
                  </a:lnTo>
                  <a:cubicBezTo>
                    <a:pt x="48977" y="913467"/>
                    <a:pt x="32023" y="906444"/>
                    <a:pt x="19523" y="893944"/>
                  </a:cubicBezTo>
                  <a:cubicBezTo>
                    <a:pt x="7023" y="881443"/>
                    <a:pt x="0" y="864489"/>
                    <a:pt x="0" y="846811"/>
                  </a:cubicBezTo>
                  <a:lnTo>
                    <a:pt x="0" y="66656"/>
                  </a:lnTo>
                  <a:cubicBezTo>
                    <a:pt x="0" y="48977"/>
                    <a:pt x="7023" y="32023"/>
                    <a:pt x="19523" y="19523"/>
                  </a:cubicBezTo>
                  <a:cubicBezTo>
                    <a:pt x="32023" y="7023"/>
                    <a:pt x="48977" y="0"/>
                    <a:pt x="66656" y="0"/>
                  </a:cubicBezTo>
                  <a:close/>
                </a:path>
              </a:pathLst>
            </a:custGeom>
            <a:solidFill>
              <a:srgbClr val="D3E7FF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560111" cy="9515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  <a:p>
              <a:pPr algn="ctr">
                <a:lnSpc>
                  <a:spcPts val="2659"/>
                </a:lnSpc>
              </a:pPr>
            </a:p>
            <a:p>
              <a:pPr algn="ctr">
                <a:lnSpc>
                  <a:spcPts val="2659"/>
                </a:lnSpc>
              </a:pPr>
            </a:p>
            <a:p>
              <a:pPr algn="l">
                <a:lnSpc>
                  <a:spcPts val="2659"/>
                </a:lnSpc>
              </a:pPr>
              <a:r>
                <a:rPr lang="en-US" sz="1899">
                  <a:solidFill>
                    <a:srgbClr val="000000"/>
                  </a:solidFill>
                  <a:latin typeface="Open Sans Light"/>
                  <a:ea typeface="Open Sans Light"/>
                  <a:cs typeface="Open Sans Light"/>
                  <a:sym typeface="Open Sans Light"/>
                </a:rPr>
                <a:t>                 </a:t>
              </a:r>
            </a:p>
            <a:p>
              <a:pPr algn="l">
                <a:lnSpc>
                  <a:spcPts val="2659"/>
                </a:lnSpc>
              </a:pPr>
              <a:r>
                <a:rPr lang="en-US" sz="1899">
                  <a:solidFill>
                    <a:srgbClr val="000000"/>
                  </a:solidFill>
                  <a:latin typeface="Open Sans Light"/>
                  <a:ea typeface="Open Sans Light"/>
                  <a:cs typeface="Open Sans Light"/>
                  <a:sym typeface="Open Sans Light"/>
                </a:rPr>
                <a:t>                      </a:t>
              </a:r>
            </a:p>
            <a:p>
              <a:pPr algn="l">
                <a:lnSpc>
                  <a:spcPts val="2659"/>
                </a:lnSpc>
              </a:pP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2334814" y="3399105"/>
            <a:ext cx="5491914" cy="11760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40"/>
              </a:lnSpc>
            </a:pPr>
            <a:r>
              <a:rPr lang="en-US" sz="2000" spc="112">
                <a:solidFill>
                  <a:srgbClr val="022033"/>
                </a:solidFill>
                <a:latin typeface="Yeseva One"/>
                <a:ea typeface="Yeseva One"/>
                <a:cs typeface="Yeseva One"/>
                <a:sym typeface="Yeseva One"/>
              </a:rPr>
              <a:t>let name = "John";</a:t>
            </a:r>
          </a:p>
          <a:p>
            <a:pPr algn="ctr">
              <a:lnSpc>
                <a:spcPts val="1840"/>
              </a:lnSpc>
            </a:pPr>
            <a:r>
              <a:rPr lang="en-US" sz="2000" spc="112">
                <a:solidFill>
                  <a:srgbClr val="022033"/>
                </a:solidFill>
                <a:latin typeface="Yeseva One"/>
                <a:ea typeface="Yeseva One"/>
                <a:cs typeface="Yeseva One"/>
                <a:sym typeface="Yeseva One"/>
              </a:rPr>
              <a:t>let Name = "Mike";</a:t>
            </a:r>
          </a:p>
          <a:p>
            <a:pPr algn="ctr">
              <a:lnSpc>
                <a:spcPts val="1840"/>
              </a:lnSpc>
            </a:pPr>
          </a:p>
          <a:p>
            <a:pPr algn="ctr">
              <a:lnSpc>
                <a:spcPts val="1840"/>
              </a:lnSpc>
            </a:pPr>
            <a:r>
              <a:rPr lang="en-US" sz="2000" spc="112">
                <a:solidFill>
                  <a:srgbClr val="022033"/>
                </a:solidFill>
                <a:latin typeface="Yeseva One"/>
                <a:ea typeface="Yeseva One"/>
                <a:cs typeface="Yeseva One"/>
                <a:sym typeface="Yeseva One"/>
              </a:rPr>
              <a:t>console.log(name); // John</a:t>
            </a:r>
          </a:p>
          <a:p>
            <a:pPr algn="ctr">
              <a:lnSpc>
                <a:spcPts val="1840"/>
              </a:lnSpc>
            </a:pPr>
            <a:r>
              <a:rPr lang="en-US" sz="2000" spc="112">
                <a:solidFill>
                  <a:srgbClr val="022033"/>
                </a:solidFill>
                <a:latin typeface="Yeseva One"/>
                <a:ea typeface="Yeseva One"/>
                <a:cs typeface="Yeseva One"/>
                <a:sym typeface="Yeseva One"/>
              </a:rPr>
              <a:t>console.log(Name); // Mike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2707737" y="2577810"/>
            <a:ext cx="4746069" cy="4043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604516" indent="-302258" lvl="1">
              <a:lnSpc>
                <a:spcPts val="2575"/>
              </a:lnSpc>
              <a:buAutoNum type="arabicPeriod" startAt="1"/>
            </a:pPr>
            <a:r>
              <a:rPr lang="en-US" sz="2799">
                <a:solidFill>
                  <a:srgbClr val="022033"/>
                </a:solidFill>
                <a:latin typeface="Childling"/>
                <a:ea typeface="Childling"/>
                <a:cs typeface="Childling"/>
                <a:sym typeface="Childling"/>
              </a:rPr>
              <a:t>JAVASCRIPT IS CASE-SENSITIVE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8778156" y="2157706"/>
            <a:ext cx="5923545" cy="3468319"/>
            <a:chOff x="0" y="0"/>
            <a:chExt cx="1560111" cy="913467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560111" cy="913467"/>
            </a:xfrm>
            <a:custGeom>
              <a:avLst/>
              <a:gdLst/>
              <a:ahLst/>
              <a:cxnLst/>
              <a:rect r="r" b="b" t="t" l="l"/>
              <a:pathLst>
                <a:path h="913467" w="1560111">
                  <a:moveTo>
                    <a:pt x="66656" y="0"/>
                  </a:moveTo>
                  <a:lnTo>
                    <a:pt x="1493455" y="0"/>
                  </a:lnTo>
                  <a:cubicBezTo>
                    <a:pt x="1511133" y="0"/>
                    <a:pt x="1528087" y="7023"/>
                    <a:pt x="1540588" y="19523"/>
                  </a:cubicBezTo>
                  <a:cubicBezTo>
                    <a:pt x="1553088" y="32023"/>
                    <a:pt x="1560111" y="48977"/>
                    <a:pt x="1560111" y="66656"/>
                  </a:cubicBezTo>
                  <a:lnTo>
                    <a:pt x="1560111" y="846811"/>
                  </a:lnTo>
                  <a:cubicBezTo>
                    <a:pt x="1560111" y="864489"/>
                    <a:pt x="1553088" y="881443"/>
                    <a:pt x="1540588" y="893944"/>
                  </a:cubicBezTo>
                  <a:cubicBezTo>
                    <a:pt x="1528087" y="906444"/>
                    <a:pt x="1511133" y="913467"/>
                    <a:pt x="1493455" y="913467"/>
                  </a:cubicBezTo>
                  <a:lnTo>
                    <a:pt x="66656" y="913467"/>
                  </a:lnTo>
                  <a:cubicBezTo>
                    <a:pt x="48977" y="913467"/>
                    <a:pt x="32023" y="906444"/>
                    <a:pt x="19523" y="893944"/>
                  </a:cubicBezTo>
                  <a:cubicBezTo>
                    <a:pt x="7023" y="881443"/>
                    <a:pt x="0" y="864489"/>
                    <a:pt x="0" y="846811"/>
                  </a:cubicBezTo>
                  <a:lnTo>
                    <a:pt x="0" y="66656"/>
                  </a:lnTo>
                  <a:cubicBezTo>
                    <a:pt x="0" y="48977"/>
                    <a:pt x="7023" y="32023"/>
                    <a:pt x="19523" y="19523"/>
                  </a:cubicBezTo>
                  <a:cubicBezTo>
                    <a:pt x="32023" y="7023"/>
                    <a:pt x="48977" y="0"/>
                    <a:pt x="66656" y="0"/>
                  </a:cubicBezTo>
                  <a:close/>
                </a:path>
              </a:pathLst>
            </a:custGeom>
            <a:solidFill>
              <a:srgbClr val="D3E7FF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1560111" cy="9515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  <a:p>
              <a:pPr algn="ctr">
                <a:lnSpc>
                  <a:spcPts val="2659"/>
                </a:lnSpc>
              </a:pPr>
            </a:p>
            <a:p>
              <a:pPr algn="ctr">
                <a:lnSpc>
                  <a:spcPts val="2659"/>
                </a:lnSpc>
              </a:pPr>
            </a:p>
            <a:p>
              <a:pPr algn="l">
                <a:lnSpc>
                  <a:spcPts val="2659"/>
                </a:lnSpc>
              </a:pPr>
              <a:r>
                <a:rPr lang="en-US" sz="1899">
                  <a:solidFill>
                    <a:srgbClr val="000000"/>
                  </a:solidFill>
                  <a:latin typeface="Open Sans Light"/>
                  <a:ea typeface="Open Sans Light"/>
                  <a:cs typeface="Open Sans Light"/>
                  <a:sym typeface="Open Sans Light"/>
                </a:rPr>
                <a:t>                 </a:t>
              </a:r>
            </a:p>
            <a:p>
              <a:pPr algn="l">
                <a:lnSpc>
                  <a:spcPts val="2659"/>
                </a:lnSpc>
              </a:pPr>
              <a:r>
                <a:rPr lang="en-US" sz="1899">
                  <a:solidFill>
                    <a:srgbClr val="000000"/>
                  </a:solidFill>
                  <a:latin typeface="Open Sans Light"/>
                  <a:ea typeface="Open Sans Light"/>
                  <a:cs typeface="Open Sans Light"/>
                  <a:sym typeface="Open Sans Light"/>
                </a:rPr>
                <a:t>                      </a:t>
              </a:r>
            </a:p>
            <a:p>
              <a:pPr algn="l">
                <a:lnSpc>
                  <a:spcPts val="2240"/>
                </a:lnSpc>
              </a:pPr>
              <a:r>
                <a:rPr lang="en-US" sz="1600">
                  <a:solidFill>
                    <a:srgbClr val="000000"/>
                  </a:solidFill>
                  <a:latin typeface="Open Sans Light"/>
                  <a:ea typeface="Open Sans Light"/>
                  <a:cs typeface="Open Sans Light"/>
                  <a:sym typeface="Open Sans Light"/>
                </a:rPr>
                <a:t>      </a:t>
              </a:r>
              <a:r>
                <a:rPr lang="en-US" sz="1600">
                  <a:solidFill>
                    <a:srgbClr val="000000"/>
                  </a:solidFill>
                  <a:latin typeface="Open Sans Light"/>
                  <a:ea typeface="Open Sans Light"/>
                  <a:cs typeface="Open Sans Light"/>
                  <a:sym typeface="Open Sans Light"/>
                </a:rPr>
                <a:t>A JavaScript program is basically a collection of statements.</a:t>
              </a:r>
            </a:p>
            <a:p>
              <a:pPr algn="l">
                <a:lnSpc>
                  <a:spcPts val="2659"/>
                </a:lnSpc>
              </a:pPr>
            </a:p>
          </p:txBody>
        </p:sp>
      </p:grpSp>
      <p:sp>
        <p:nvSpPr>
          <p:cNvPr name="TextBox 22" id="22"/>
          <p:cNvSpPr txBox="true"/>
          <p:nvPr/>
        </p:nvSpPr>
        <p:spPr>
          <a:xfrm rot="0">
            <a:off x="8778156" y="3363886"/>
            <a:ext cx="5491914" cy="718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40"/>
              </a:lnSpc>
            </a:pPr>
            <a:r>
              <a:rPr lang="en-US" sz="2000" spc="112">
                <a:solidFill>
                  <a:srgbClr val="022033"/>
                </a:solidFill>
                <a:latin typeface="Yeseva One"/>
                <a:ea typeface="Yeseva One"/>
                <a:cs typeface="Yeseva One"/>
                <a:sym typeface="Yeseva One"/>
              </a:rPr>
              <a:t>let x = 5;        // Statement 1</a:t>
            </a:r>
          </a:p>
          <a:p>
            <a:pPr algn="ctr">
              <a:lnSpc>
                <a:spcPts val="1840"/>
              </a:lnSpc>
            </a:pPr>
            <a:r>
              <a:rPr lang="en-US" sz="2000" spc="112">
                <a:solidFill>
                  <a:srgbClr val="022033"/>
                </a:solidFill>
                <a:latin typeface="Yeseva One"/>
                <a:ea typeface="Yeseva One"/>
                <a:cs typeface="Yeseva One"/>
                <a:sym typeface="Yeseva One"/>
              </a:rPr>
              <a:t>let y = 10;       // Statement 2</a:t>
            </a:r>
          </a:p>
          <a:p>
            <a:pPr algn="ctr">
              <a:lnSpc>
                <a:spcPts val="1840"/>
              </a:lnSpc>
            </a:pPr>
            <a:r>
              <a:rPr lang="en-US" sz="2000" spc="112">
                <a:solidFill>
                  <a:srgbClr val="022033"/>
                </a:solidFill>
                <a:latin typeface="Yeseva One"/>
                <a:ea typeface="Yeseva One"/>
                <a:cs typeface="Yeseva One"/>
                <a:sym typeface="Yeseva One"/>
              </a:rPr>
              <a:t>console.log(x);   // Statement 3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2334814" y="5789981"/>
            <a:ext cx="5923545" cy="3468319"/>
            <a:chOff x="0" y="0"/>
            <a:chExt cx="1560111" cy="913467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560111" cy="913467"/>
            </a:xfrm>
            <a:custGeom>
              <a:avLst/>
              <a:gdLst/>
              <a:ahLst/>
              <a:cxnLst/>
              <a:rect r="r" b="b" t="t" l="l"/>
              <a:pathLst>
                <a:path h="913467" w="1560111">
                  <a:moveTo>
                    <a:pt x="66656" y="0"/>
                  </a:moveTo>
                  <a:lnTo>
                    <a:pt x="1493455" y="0"/>
                  </a:lnTo>
                  <a:cubicBezTo>
                    <a:pt x="1511133" y="0"/>
                    <a:pt x="1528087" y="7023"/>
                    <a:pt x="1540588" y="19523"/>
                  </a:cubicBezTo>
                  <a:cubicBezTo>
                    <a:pt x="1553088" y="32023"/>
                    <a:pt x="1560111" y="48977"/>
                    <a:pt x="1560111" y="66656"/>
                  </a:cubicBezTo>
                  <a:lnTo>
                    <a:pt x="1560111" y="846811"/>
                  </a:lnTo>
                  <a:cubicBezTo>
                    <a:pt x="1560111" y="864489"/>
                    <a:pt x="1553088" y="881443"/>
                    <a:pt x="1540588" y="893944"/>
                  </a:cubicBezTo>
                  <a:cubicBezTo>
                    <a:pt x="1528087" y="906444"/>
                    <a:pt x="1511133" y="913467"/>
                    <a:pt x="1493455" y="913467"/>
                  </a:cubicBezTo>
                  <a:lnTo>
                    <a:pt x="66656" y="913467"/>
                  </a:lnTo>
                  <a:cubicBezTo>
                    <a:pt x="48977" y="913467"/>
                    <a:pt x="32023" y="906444"/>
                    <a:pt x="19523" y="893944"/>
                  </a:cubicBezTo>
                  <a:cubicBezTo>
                    <a:pt x="7023" y="881443"/>
                    <a:pt x="0" y="864489"/>
                    <a:pt x="0" y="846811"/>
                  </a:cubicBezTo>
                  <a:lnTo>
                    <a:pt x="0" y="66656"/>
                  </a:lnTo>
                  <a:cubicBezTo>
                    <a:pt x="0" y="48977"/>
                    <a:pt x="7023" y="32023"/>
                    <a:pt x="19523" y="19523"/>
                  </a:cubicBezTo>
                  <a:cubicBezTo>
                    <a:pt x="32023" y="7023"/>
                    <a:pt x="48977" y="0"/>
                    <a:pt x="66656" y="0"/>
                  </a:cubicBezTo>
                  <a:close/>
                </a:path>
              </a:pathLst>
            </a:custGeom>
            <a:solidFill>
              <a:srgbClr val="D3E7FF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1560111" cy="9515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  <a:p>
              <a:pPr algn="ctr">
                <a:lnSpc>
                  <a:spcPts val="2659"/>
                </a:lnSpc>
              </a:pPr>
            </a:p>
            <a:p>
              <a:pPr algn="ctr">
                <a:lnSpc>
                  <a:spcPts val="2659"/>
                </a:lnSpc>
              </a:pPr>
            </a:p>
            <a:p>
              <a:pPr algn="l">
                <a:lnSpc>
                  <a:spcPts val="2659"/>
                </a:lnSpc>
              </a:pPr>
              <a:r>
                <a:rPr lang="en-US" sz="1899">
                  <a:solidFill>
                    <a:srgbClr val="000000"/>
                  </a:solidFill>
                  <a:latin typeface="Open Sans Light"/>
                  <a:ea typeface="Open Sans Light"/>
                  <a:cs typeface="Open Sans Light"/>
                  <a:sym typeface="Open Sans Light"/>
                </a:rPr>
                <a:t>                 </a:t>
              </a:r>
            </a:p>
            <a:p>
              <a:pPr algn="l">
                <a:lnSpc>
                  <a:spcPts val="2659"/>
                </a:lnSpc>
              </a:pPr>
              <a:r>
                <a:rPr lang="en-US" sz="1899">
                  <a:solidFill>
                    <a:srgbClr val="000000"/>
                  </a:solidFill>
                  <a:latin typeface="Open Sans Light"/>
                  <a:ea typeface="Open Sans Light"/>
                  <a:cs typeface="Open Sans Light"/>
                  <a:sym typeface="Open Sans Light"/>
                </a:rPr>
                <a:t>                      </a:t>
              </a:r>
            </a:p>
            <a:p>
              <a:pPr algn="l">
                <a:lnSpc>
                  <a:spcPts val="2659"/>
                </a:lnSpc>
              </a:pPr>
              <a:r>
                <a:rPr lang="en-US" sz="1899">
                  <a:solidFill>
                    <a:srgbClr val="000000"/>
                  </a:solidFill>
                  <a:latin typeface="Open Sans Light"/>
                  <a:ea typeface="Open Sans Light"/>
                  <a:cs typeface="Open Sans Light"/>
                  <a:sym typeface="Open Sans Light"/>
                </a:rPr>
                <a:t>                 E</a:t>
              </a:r>
              <a:r>
                <a:rPr lang="en-US" sz="1899">
                  <a:solidFill>
                    <a:srgbClr val="000000"/>
                  </a:solidFill>
                  <a:latin typeface="Open Sans Light"/>
                  <a:ea typeface="Open Sans Light"/>
                  <a:cs typeface="Open Sans Light"/>
                  <a:sym typeface="Open Sans Light"/>
                </a:rPr>
                <a:t>verything inside { } is one block.</a:t>
              </a:r>
            </a:p>
          </p:txBody>
        </p:sp>
      </p:grpSp>
      <p:sp>
        <p:nvSpPr>
          <p:cNvPr name="TextBox 26" id="26"/>
          <p:cNvSpPr txBox="true"/>
          <p:nvPr/>
        </p:nvSpPr>
        <p:spPr>
          <a:xfrm rot="0">
            <a:off x="2707737" y="6757723"/>
            <a:ext cx="4879796" cy="1143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00"/>
              </a:lnSpc>
            </a:pPr>
            <a:r>
              <a:rPr lang="en-US" sz="2000" spc="112">
                <a:solidFill>
                  <a:srgbClr val="022033"/>
                </a:solidFill>
                <a:latin typeface="Yeseva One"/>
                <a:ea typeface="Yeseva One"/>
                <a:cs typeface="Yeseva One"/>
                <a:sym typeface="Yeseva One"/>
              </a:rPr>
              <a:t>function greet() {</a:t>
            </a:r>
          </a:p>
          <a:p>
            <a:pPr algn="ctr">
              <a:lnSpc>
                <a:spcPts val="3000"/>
              </a:lnSpc>
            </a:pPr>
            <a:r>
              <a:rPr lang="en-US" sz="2000" spc="112">
                <a:solidFill>
                  <a:srgbClr val="022033"/>
                </a:solidFill>
                <a:latin typeface="Yeseva One"/>
                <a:ea typeface="Yeseva One"/>
                <a:cs typeface="Yeseva One"/>
                <a:sym typeface="Yeseva One"/>
              </a:rPr>
              <a:t>    console.log("Welcome");</a:t>
            </a:r>
          </a:p>
          <a:p>
            <a:pPr algn="ctr">
              <a:lnSpc>
                <a:spcPts val="3000"/>
              </a:lnSpc>
            </a:pPr>
            <a:r>
              <a:rPr lang="en-US" sz="2000" spc="112">
                <a:solidFill>
                  <a:srgbClr val="022033"/>
                </a:solidFill>
                <a:latin typeface="Yeseva One"/>
                <a:ea typeface="Yeseva One"/>
                <a:cs typeface="Yeseva One"/>
                <a:sym typeface="Yeseva One"/>
              </a:rPr>
              <a:t>}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2707737" y="6174865"/>
            <a:ext cx="4746069" cy="4043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604516" indent="-302258" lvl="1">
              <a:lnSpc>
                <a:spcPts val="2575"/>
              </a:lnSpc>
              <a:buAutoNum type="arabicPeriod" startAt="1"/>
            </a:pPr>
            <a:r>
              <a:rPr lang="en-US" sz="2799">
                <a:solidFill>
                  <a:srgbClr val="022033"/>
                </a:solidFill>
                <a:latin typeface="Childling"/>
                <a:ea typeface="Childling"/>
                <a:cs typeface="Childling"/>
                <a:sym typeface="Childling"/>
              </a:rPr>
              <a:t>CURLY BRACES { }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9303478" y="2771190"/>
            <a:ext cx="4746069" cy="4043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604516" indent="-302258" lvl="1">
              <a:lnSpc>
                <a:spcPts val="2575"/>
              </a:lnSpc>
              <a:buAutoNum type="arabicPeriod" startAt="1"/>
            </a:pPr>
            <a:r>
              <a:rPr lang="en-US" sz="2799">
                <a:solidFill>
                  <a:srgbClr val="022033"/>
                </a:solidFill>
                <a:latin typeface="Childling"/>
                <a:ea typeface="Childling"/>
                <a:cs typeface="Childling"/>
                <a:sym typeface="Childling"/>
              </a:rPr>
              <a:t>STATEMENTS &amp; SEMICOLON</a:t>
            </a:r>
          </a:p>
        </p:txBody>
      </p:sp>
      <p:grpSp>
        <p:nvGrpSpPr>
          <p:cNvPr name="Group 29" id="29"/>
          <p:cNvGrpSpPr/>
          <p:nvPr/>
        </p:nvGrpSpPr>
        <p:grpSpPr>
          <a:xfrm rot="0">
            <a:off x="8714740" y="5759375"/>
            <a:ext cx="5923545" cy="3506419"/>
            <a:chOff x="0" y="0"/>
            <a:chExt cx="1560111" cy="923501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560111" cy="923501"/>
            </a:xfrm>
            <a:custGeom>
              <a:avLst/>
              <a:gdLst/>
              <a:ahLst/>
              <a:cxnLst/>
              <a:rect r="r" b="b" t="t" l="l"/>
              <a:pathLst>
                <a:path h="923501" w="1560111">
                  <a:moveTo>
                    <a:pt x="66656" y="0"/>
                  </a:moveTo>
                  <a:lnTo>
                    <a:pt x="1493455" y="0"/>
                  </a:lnTo>
                  <a:cubicBezTo>
                    <a:pt x="1511133" y="0"/>
                    <a:pt x="1528087" y="7023"/>
                    <a:pt x="1540588" y="19523"/>
                  </a:cubicBezTo>
                  <a:cubicBezTo>
                    <a:pt x="1553088" y="32023"/>
                    <a:pt x="1560111" y="48977"/>
                    <a:pt x="1560111" y="66656"/>
                  </a:cubicBezTo>
                  <a:lnTo>
                    <a:pt x="1560111" y="856846"/>
                  </a:lnTo>
                  <a:cubicBezTo>
                    <a:pt x="1560111" y="874524"/>
                    <a:pt x="1553088" y="891478"/>
                    <a:pt x="1540588" y="903978"/>
                  </a:cubicBezTo>
                  <a:cubicBezTo>
                    <a:pt x="1528087" y="916479"/>
                    <a:pt x="1511133" y="923501"/>
                    <a:pt x="1493455" y="923501"/>
                  </a:cubicBezTo>
                  <a:lnTo>
                    <a:pt x="66656" y="923501"/>
                  </a:lnTo>
                  <a:cubicBezTo>
                    <a:pt x="29843" y="923501"/>
                    <a:pt x="0" y="893659"/>
                    <a:pt x="0" y="856846"/>
                  </a:cubicBezTo>
                  <a:lnTo>
                    <a:pt x="0" y="66656"/>
                  </a:lnTo>
                  <a:cubicBezTo>
                    <a:pt x="0" y="48977"/>
                    <a:pt x="7023" y="32023"/>
                    <a:pt x="19523" y="19523"/>
                  </a:cubicBezTo>
                  <a:cubicBezTo>
                    <a:pt x="32023" y="7023"/>
                    <a:pt x="48977" y="0"/>
                    <a:pt x="66656" y="0"/>
                  </a:cubicBezTo>
                  <a:close/>
                </a:path>
              </a:pathLst>
            </a:custGeom>
            <a:solidFill>
              <a:srgbClr val="D3E7FF"/>
            </a:solid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38100"/>
              <a:ext cx="1560111" cy="9616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  <a:p>
              <a:pPr algn="ctr">
                <a:lnSpc>
                  <a:spcPts val="2659"/>
                </a:lnSpc>
              </a:pPr>
            </a:p>
            <a:p>
              <a:pPr algn="ctr">
                <a:lnSpc>
                  <a:spcPts val="2659"/>
                </a:lnSpc>
              </a:pPr>
            </a:p>
            <a:p>
              <a:pPr algn="l">
                <a:lnSpc>
                  <a:spcPts val="2659"/>
                </a:lnSpc>
              </a:pPr>
              <a:r>
                <a:rPr lang="en-US" sz="1899">
                  <a:solidFill>
                    <a:srgbClr val="000000"/>
                  </a:solidFill>
                  <a:latin typeface="Open Sans Light"/>
                  <a:ea typeface="Open Sans Light"/>
                  <a:cs typeface="Open Sans Light"/>
                  <a:sym typeface="Open Sans Light"/>
                </a:rPr>
                <a:t>                 </a:t>
              </a:r>
            </a:p>
            <a:p>
              <a:pPr algn="l">
                <a:lnSpc>
                  <a:spcPts val="2659"/>
                </a:lnSpc>
              </a:pPr>
              <a:r>
                <a:rPr lang="en-US" sz="1899">
                  <a:solidFill>
                    <a:srgbClr val="000000"/>
                  </a:solidFill>
                  <a:latin typeface="Open Sans Light"/>
                  <a:ea typeface="Open Sans Light"/>
                  <a:cs typeface="Open Sans Light"/>
                  <a:sym typeface="Open Sans Light"/>
                </a:rPr>
                <a:t>                      </a:t>
              </a:r>
            </a:p>
            <a:p>
              <a:pPr algn="l">
                <a:lnSpc>
                  <a:spcPts val="2659"/>
                </a:lnSpc>
              </a:pPr>
              <a:r>
                <a:rPr lang="en-US" sz="1899">
                  <a:solidFill>
                    <a:srgbClr val="000000"/>
                  </a:solidFill>
                  <a:latin typeface="Open Sans Light"/>
                  <a:ea typeface="Open Sans Light"/>
                  <a:cs typeface="Open Sans Light"/>
                  <a:sym typeface="Open Sans Light"/>
                </a:rPr>
                <a:t>          help expl</a:t>
              </a:r>
              <a:r>
                <a:rPr lang="en-US" sz="1899">
                  <a:solidFill>
                    <a:srgbClr val="000000"/>
                  </a:solidFill>
                  <a:latin typeface="Open Sans Light"/>
                  <a:ea typeface="Open Sans Light"/>
                  <a:cs typeface="Open Sans Light"/>
                  <a:sym typeface="Open Sans Light"/>
                </a:rPr>
                <a:t>ain the code and make it easier to                    understand and maintain.</a:t>
              </a:r>
            </a:p>
          </p:txBody>
        </p:sp>
      </p:grpSp>
      <p:sp>
        <p:nvSpPr>
          <p:cNvPr name="TextBox 32" id="32"/>
          <p:cNvSpPr txBox="true"/>
          <p:nvPr/>
        </p:nvSpPr>
        <p:spPr>
          <a:xfrm rot="0">
            <a:off x="8854356" y="6806618"/>
            <a:ext cx="5491914" cy="11880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20"/>
              </a:lnSpc>
            </a:pPr>
            <a:r>
              <a:rPr lang="en-US" sz="2000" spc="112">
                <a:solidFill>
                  <a:srgbClr val="022033"/>
                </a:solidFill>
                <a:latin typeface="Yeseva One"/>
                <a:ea typeface="Yeseva One"/>
                <a:cs typeface="Yeseva One"/>
                <a:sym typeface="Yeseva One"/>
              </a:rPr>
              <a:t>// Single line comment</a:t>
            </a:r>
          </a:p>
          <a:p>
            <a:pPr algn="ctr">
              <a:lnSpc>
                <a:spcPts val="1520"/>
              </a:lnSpc>
            </a:pPr>
          </a:p>
          <a:p>
            <a:pPr algn="ctr">
              <a:lnSpc>
                <a:spcPts val="1520"/>
              </a:lnSpc>
            </a:pPr>
            <a:r>
              <a:rPr lang="en-US" sz="2000" spc="112">
                <a:solidFill>
                  <a:srgbClr val="022033"/>
                </a:solidFill>
                <a:latin typeface="Yeseva One"/>
                <a:ea typeface="Yeseva One"/>
                <a:cs typeface="Yeseva One"/>
                <a:sym typeface="Yeseva One"/>
              </a:rPr>
              <a:t>/*</a:t>
            </a:r>
          </a:p>
          <a:p>
            <a:pPr algn="ctr">
              <a:lnSpc>
                <a:spcPts val="1520"/>
              </a:lnSpc>
            </a:pPr>
            <a:r>
              <a:rPr lang="en-US" sz="2000" spc="112">
                <a:solidFill>
                  <a:srgbClr val="022033"/>
                </a:solidFill>
                <a:latin typeface="Yeseva One"/>
                <a:ea typeface="Yeseva One"/>
                <a:cs typeface="Yeseva One"/>
                <a:sym typeface="Yeseva One"/>
              </a:rPr>
              <a:t>Multi-line</a:t>
            </a:r>
          </a:p>
          <a:p>
            <a:pPr algn="ctr">
              <a:lnSpc>
                <a:spcPts val="1520"/>
              </a:lnSpc>
            </a:pPr>
            <a:r>
              <a:rPr lang="en-US" sz="2000" spc="112">
                <a:solidFill>
                  <a:srgbClr val="022033"/>
                </a:solidFill>
                <a:latin typeface="Yeseva One"/>
                <a:ea typeface="Yeseva One"/>
                <a:cs typeface="Yeseva One"/>
                <a:sym typeface="Yeseva One"/>
              </a:rPr>
              <a:t>comment</a:t>
            </a:r>
          </a:p>
          <a:p>
            <a:pPr algn="ctr">
              <a:lnSpc>
                <a:spcPts val="1520"/>
              </a:lnSpc>
            </a:pPr>
            <a:r>
              <a:rPr lang="en-US" sz="2000" spc="112">
                <a:solidFill>
                  <a:srgbClr val="022033"/>
                </a:solidFill>
                <a:latin typeface="Yeseva One"/>
                <a:ea typeface="Yeseva One"/>
                <a:cs typeface="Yeseva One"/>
                <a:sym typeface="Yeseva One"/>
              </a:rPr>
              <a:t>*/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9227278" y="6182359"/>
            <a:ext cx="4746069" cy="4043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604516" indent="-302258" lvl="1">
              <a:lnSpc>
                <a:spcPts val="2575"/>
              </a:lnSpc>
              <a:buAutoNum type="arabicPeriod" startAt="1"/>
            </a:pPr>
            <a:r>
              <a:rPr lang="en-US" sz="2799">
                <a:solidFill>
                  <a:srgbClr val="022033"/>
                </a:solidFill>
                <a:latin typeface="Childling"/>
                <a:ea typeface="Childling"/>
                <a:cs typeface="Childling"/>
                <a:sym typeface="Childling"/>
              </a:rPr>
              <a:t>COMMENTS IN JAVASCRIPT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37395" y="802023"/>
            <a:ext cx="7166801" cy="8682954"/>
            <a:chOff x="0" y="0"/>
            <a:chExt cx="1887553" cy="228686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87553" cy="2286869"/>
            </a:xfrm>
            <a:custGeom>
              <a:avLst/>
              <a:gdLst/>
              <a:ahLst/>
              <a:cxnLst/>
              <a:rect r="r" b="b" t="t" l="l"/>
              <a:pathLst>
                <a:path h="2286869" w="1887553">
                  <a:moveTo>
                    <a:pt x="37809" y="0"/>
                  </a:moveTo>
                  <a:lnTo>
                    <a:pt x="1849744" y="0"/>
                  </a:lnTo>
                  <a:cubicBezTo>
                    <a:pt x="1859771" y="0"/>
                    <a:pt x="1869388" y="3983"/>
                    <a:pt x="1876479" y="11074"/>
                  </a:cubicBezTo>
                  <a:cubicBezTo>
                    <a:pt x="1883569" y="18164"/>
                    <a:pt x="1887553" y="27781"/>
                    <a:pt x="1887553" y="37809"/>
                  </a:cubicBezTo>
                  <a:lnTo>
                    <a:pt x="1887553" y="2249060"/>
                  </a:lnTo>
                  <a:cubicBezTo>
                    <a:pt x="1887553" y="2259087"/>
                    <a:pt x="1883569" y="2268704"/>
                    <a:pt x="1876479" y="2275795"/>
                  </a:cubicBezTo>
                  <a:cubicBezTo>
                    <a:pt x="1869388" y="2282885"/>
                    <a:pt x="1859771" y="2286869"/>
                    <a:pt x="1849744" y="2286869"/>
                  </a:cubicBezTo>
                  <a:lnTo>
                    <a:pt x="37809" y="2286869"/>
                  </a:lnTo>
                  <a:cubicBezTo>
                    <a:pt x="27781" y="2286869"/>
                    <a:pt x="18164" y="2282885"/>
                    <a:pt x="11074" y="2275795"/>
                  </a:cubicBezTo>
                  <a:cubicBezTo>
                    <a:pt x="3983" y="2268704"/>
                    <a:pt x="0" y="2259087"/>
                    <a:pt x="0" y="2249060"/>
                  </a:cubicBezTo>
                  <a:lnTo>
                    <a:pt x="0" y="37809"/>
                  </a:lnTo>
                  <a:cubicBezTo>
                    <a:pt x="0" y="27781"/>
                    <a:pt x="3983" y="18164"/>
                    <a:pt x="11074" y="11074"/>
                  </a:cubicBezTo>
                  <a:cubicBezTo>
                    <a:pt x="18164" y="3983"/>
                    <a:pt x="27781" y="0"/>
                    <a:pt x="37809" y="0"/>
                  </a:cubicBezTo>
                  <a:close/>
                </a:path>
              </a:pathLst>
            </a:custGeom>
            <a:solidFill>
              <a:srgbClr val="D3E7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887553" cy="232496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913413" y="2011172"/>
            <a:ext cx="6814764" cy="23540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04"/>
              </a:lnSpc>
            </a:pPr>
            <a:r>
              <a:rPr lang="en-US" sz="6200">
                <a:solidFill>
                  <a:srgbClr val="022033"/>
                </a:solidFill>
                <a:latin typeface="Childling"/>
                <a:ea typeface="Childling"/>
                <a:cs typeface="Childling"/>
                <a:sym typeface="Childling"/>
              </a:rPr>
              <a:t>CLIENT-SIDE JAVASCRIPT</a:t>
            </a:r>
          </a:p>
          <a:p>
            <a:pPr algn="ctr">
              <a:lnSpc>
                <a:spcPts val="5704"/>
              </a:lnSpc>
            </a:pPr>
          </a:p>
          <a:p>
            <a:pPr algn="ctr">
              <a:lnSpc>
                <a:spcPts val="5704"/>
              </a:lnSpc>
            </a:pPr>
          </a:p>
        </p:txBody>
      </p:sp>
      <p:grpSp>
        <p:nvGrpSpPr>
          <p:cNvPr name="Group 6" id="6"/>
          <p:cNvGrpSpPr/>
          <p:nvPr/>
        </p:nvGrpSpPr>
        <p:grpSpPr>
          <a:xfrm rot="0">
            <a:off x="9562466" y="802023"/>
            <a:ext cx="7166801" cy="8682954"/>
            <a:chOff x="0" y="0"/>
            <a:chExt cx="1887553" cy="228686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887553" cy="2286869"/>
            </a:xfrm>
            <a:custGeom>
              <a:avLst/>
              <a:gdLst/>
              <a:ahLst/>
              <a:cxnLst/>
              <a:rect r="r" b="b" t="t" l="l"/>
              <a:pathLst>
                <a:path h="2286869" w="1887553">
                  <a:moveTo>
                    <a:pt x="37809" y="0"/>
                  </a:moveTo>
                  <a:lnTo>
                    <a:pt x="1849744" y="0"/>
                  </a:lnTo>
                  <a:cubicBezTo>
                    <a:pt x="1859771" y="0"/>
                    <a:pt x="1869388" y="3983"/>
                    <a:pt x="1876479" y="11074"/>
                  </a:cubicBezTo>
                  <a:cubicBezTo>
                    <a:pt x="1883569" y="18164"/>
                    <a:pt x="1887553" y="27781"/>
                    <a:pt x="1887553" y="37809"/>
                  </a:cubicBezTo>
                  <a:lnTo>
                    <a:pt x="1887553" y="2249060"/>
                  </a:lnTo>
                  <a:cubicBezTo>
                    <a:pt x="1887553" y="2259087"/>
                    <a:pt x="1883569" y="2268704"/>
                    <a:pt x="1876479" y="2275795"/>
                  </a:cubicBezTo>
                  <a:cubicBezTo>
                    <a:pt x="1869388" y="2282885"/>
                    <a:pt x="1859771" y="2286869"/>
                    <a:pt x="1849744" y="2286869"/>
                  </a:cubicBezTo>
                  <a:lnTo>
                    <a:pt x="37809" y="2286869"/>
                  </a:lnTo>
                  <a:cubicBezTo>
                    <a:pt x="27781" y="2286869"/>
                    <a:pt x="18164" y="2282885"/>
                    <a:pt x="11074" y="2275795"/>
                  </a:cubicBezTo>
                  <a:cubicBezTo>
                    <a:pt x="3983" y="2268704"/>
                    <a:pt x="0" y="2259087"/>
                    <a:pt x="0" y="2249060"/>
                  </a:cubicBezTo>
                  <a:lnTo>
                    <a:pt x="0" y="37809"/>
                  </a:lnTo>
                  <a:cubicBezTo>
                    <a:pt x="0" y="27781"/>
                    <a:pt x="3983" y="18164"/>
                    <a:pt x="11074" y="11074"/>
                  </a:cubicBezTo>
                  <a:cubicBezTo>
                    <a:pt x="18164" y="3983"/>
                    <a:pt x="27781" y="0"/>
                    <a:pt x="37809" y="0"/>
                  </a:cubicBezTo>
                  <a:close/>
                </a:path>
              </a:pathLst>
            </a:custGeom>
            <a:solidFill>
              <a:srgbClr val="D3E7FF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1887553" cy="232496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9769795" y="2011172"/>
            <a:ext cx="6752144" cy="9062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04"/>
              </a:lnSpc>
            </a:pPr>
            <a:r>
              <a:rPr lang="en-US" sz="6200">
                <a:solidFill>
                  <a:srgbClr val="000000"/>
                </a:solidFill>
                <a:latin typeface="Childling"/>
                <a:ea typeface="Childling"/>
                <a:cs typeface="Childling"/>
                <a:sym typeface="Childling"/>
              </a:rPr>
              <a:t>SERVER-SIDE JAVASCRIPT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952829" y="3913227"/>
            <a:ext cx="6378608" cy="31055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006" indent="-259003" lvl="1">
              <a:lnSpc>
                <a:spcPts val="4150"/>
              </a:lnSpc>
              <a:buFont typeface="Arial"/>
              <a:buChar char="•"/>
            </a:pPr>
            <a:r>
              <a:rPr lang="en-US" sz="2399" spc="134">
                <a:solidFill>
                  <a:srgbClr val="022033"/>
                </a:solidFill>
                <a:latin typeface="Open Sauce"/>
                <a:ea typeface="Open Sauce"/>
                <a:cs typeface="Open Sauce"/>
                <a:sym typeface="Open Sauce"/>
              </a:rPr>
              <a:t>Runs inside web browsers</a:t>
            </a:r>
          </a:p>
          <a:p>
            <a:pPr algn="l" marL="518006" indent="-259003" lvl="1">
              <a:lnSpc>
                <a:spcPts val="4150"/>
              </a:lnSpc>
              <a:buFont typeface="Arial"/>
              <a:buChar char="•"/>
            </a:pPr>
            <a:r>
              <a:rPr lang="en-US" sz="2399" spc="134">
                <a:solidFill>
                  <a:srgbClr val="022033"/>
                </a:solidFill>
                <a:latin typeface="Open Sauce"/>
                <a:ea typeface="Open Sauce"/>
                <a:cs typeface="Open Sauce"/>
                <a:sym typeface="Open Sauce"/>
              </a:rPr>
              <a:t>Used for interactive web pages</a:t>
            </a:r>
          </a:p>
          <a:p>
            <a:pPr algn="l" marL="518006" indent="-259003" lvl="1">
              <a:lnSpc>
                <a:spcPts val="4150"/>
              </a:lnSpc>
              <a:buFont typeface="Arial"/>
              <a:buChar char="•"/>
            </a:pPr>
            <a:r>
              <a:rPr lang="en-US" sz="2399" spc="134">
                <a:solidFill>
                  <a:srgbClr val="022033"/>
                </a:solidFill>
                <a:latin typeface="Open Sauce"/>
                <a:ea typeface="Open Sauce"/>
                <a:cs typeface="Open Sauce"/>
                <a:sym typeface="Open Sauce"/>
              </a:rPr>
              <a:t>Can access and modify HTML (DOM)</a:t>
            </a:r>
          </a:p>
          <a:p>
            <a:pPr algn="l" marL="518006" indent="-259003" lvl="1">
              <a:lnSpc>
                <a:spcPts val="4150"/>
              </a:lnSpc>
              <a:buFont typeface="Arial"/>
              <a:buChar char="•"/>
            </a:pPr>
            <a:r>
              <a:rPr lang="en-US" sz="2399" spc="134">
                <a:solidFill>
                  <a:srgbClr val="022033"/>
                </a:solidFill>
                <a:latin typeface="Open Sauce"/>
                <a:ea typeface="Open Sauce"/>
                <a:cs typeface="Open Sauce"/>
                <a:sym typeface="Open Sauce"/>
              </a:rPr>
              <a:t>Examples: form validation, animations, buttons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051459" y="3951327"/>
            <a:ext cx="6188815" cy="33067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006" indent="-259003" lvl="1">
              <a:lnSpc>
                <a:spcPts val="3766"/>
              </a:lnSpc>
              <a:buFont typeface="Arial"/>
              <a:buChar char="•"/>
            </a:pPr>
            <a:r>
              <a:rPr lang="en-US" sz="2399" spc="134">
                <a:solidFill>
                  <a:srgbClr val="022033"/>
                </a:solidFill>
                <a:latin typeface="Open Sauce"/>
                <a:ea typeface="Open Sauce"/>
                <a:cs typeface="Open Sauce"/>
                <a:sym typeface="Open Sauce"/>
              </a:rPr>
              <a:t>Runs outside the browser</a:t>
            </a:r>
          </a:p>
          <a:p>
            <a:pPr algn="l" marL="518006" indent="-259003" lvl="1">
              <a:lnSpc>
                <a:spcPts val="3766"/>
              </a:lnSpc>
              <a:buFont typeface="Arial"/>
              <a:buChar char="•"/>
            </a:pPr>
            <a:r>
              <a:rPr lang="en-US" sz="2399" spc="134">
                <a:solidFill>
                  <a:srgbClr val="022033"/>
                </a:solidFill>
                <a:latin typeface="Open Sauce"/>
                <a:ea typeface="Open Sauce"/>
                <a:cs typeface="Open Sauce"/>
                <a:sym typeface="Open Sauce"/>
              </a:rPr>
              <a:t>Used for backend/server development</a:t>
            </a:r>
          </a:p>
          <a:p>
            <a:pPr algn="l" marL="518006" indent="-259003" lvl="1">
              <a:lnSpc>
                <a:spcPts val="3766"/>
              </a:lnSpc>
              <a:buFont typeface="Arial"/>
              <a:buChar char="•"/>
            </a:pPr>
            <a:r>
              <a:rPr lang="en-US" sz="2399" spc="134">
                <a:solidFill>
                  <a:srgbClr val="022033"/>
                </a:solidFill>
                <a:latin typeface="Open Sauce"/>
                <a:ea typeface="Open Sauce"/>
                <a:cs typeface="Open Sauce"/>
                <a:sym typeface="Open Sauce"/>
              </a:rPr>
              <a:t>Can access file system and databases</a:t>
            </a:r>
          </a:p>
          <a:p>
            <a:pPr algn="l" marL="518006" indent="-259003" lvl="1">
              <a:lnSpc>
                <a:spcPts val="3766"/>
              </a:lnSpc>
              <a:buFont typeface="Arial"/>
              <a:buChar char="•"/>
            </a:pPr>
            <a:r>
              <a:rPr lang="en-US" sz="2399" spc="134">
                <a:solidFill>
                  <a:srgbClr val="022033"/>
                </a:solidFill>
                <a:latin typeface="Open Sauce"/>
                <a:ea typeface="Open Sauce"/>
                <a:cs typeface="Open Sauce"/>
                <a:sym typeface="Open Sauce"/>
              </a:rPr>
              <a:t>Used to build APIs and web servers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7491922">
            <a:off x="-4541578" y="-5401015"/>
            <a:ext cx="7242048" cy="8229600"/>
          </a:xfrm>
          <a:custGeom>
            <a:avLst/>
            <a:gdLst/>
            <a:ahLst/>
            <a:cxnLst/>
            <a:rect r="r" b="b" t="t" l="l"/>
            <a:pathLst>
              <a:path h="8229600" w="7242048">
                <a:moveTo>
                  <a:pt x="0" y="0"/>
                </a:moveTo>
                <a:lnTo>
                  <a:pt x="7242048" y="0"/>
                </a:lnTo>
                <a:lnTo>
                  <a:pt x="7242048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7774774">
            <a:off x="-3290302" y="2455612"/>
            <a:ext cx="5942288" cy="4757155"/>
          </a:xfrm>
          <a:custGeom>
            <a:avLst/>
            <a:gdLst/>
            <a:ahLst/>
            <a:cxnLst/>
            <a:rect r="r" b="b" t="t" l="l"/>
            <a:pathLst>
              <a:path h="4757155" w="5942288">
                <a:moveTo>
                  <a:pt x="0" y="0"/>
                </a:moveTo>
                <a:lnTo>
                  <a:pt x="5942288" y="0"/>
                </a:lnTo>
                <a:lnTo>
                  <a:pt x="5942288" y="4757155"/>
                </a:lnTo>
                <a:lnTo>
                  <a:pt x="0" y="475715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-8544531">
            <a:off x="16830150" y="381214"/>
            <a:ext cx="7242048" cy="8229600"/>
          </a:xfrm>
          <a:custGeom>
            <a:avLst/>
            <a:gdLst/>
            <a:ahLst/>
            <a:cxnLst/>
            <a:rect r="r" b="b" t="t" l="l"/>
            <a:pathLst>
              <a:path h="8229600" w="7242048">
                <a:moveTo>
                  <a:pt x="0" y="0"/>
                </a:moveTo>
                <a:lnTo>
                  <a:pt x="7242048" y="0"/>
                </a:lnTo>
                <a:lnTo>
                  <a:pt x="7242048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7774774">
            <a:off x="14288156" y="8336982"/>
            <a:ext cx="5942288" cy="4757155"/>
          </a:xfrm>
          <a:custGeom>
            <a:avLst/>
            <a:gdLst/>
            <a:ahLst/>
            <a:cxnLst/>
            <a:rect r="r" b="b" t="t" l="l"/>
            <a:pathLst>
              <a:path h="4757155" w="5942288">
                <a:moveTo>
                  <a:pt x="0" y="0"/>
                </a:moveTo>
                <a:lnTo>
                  <a:pt x="5942288" y="0"/>
                </a:lnTo>
                <a:lnTo>
                  <a:pt x="5942288" y="4757155"/>
                </a:lnTo>
                <a:lnTo>
                  <a:pt x="0" y="475715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6784072">
            <a:off x="-2971144" y="2887494"/>
            <a:ext cx="5942288" cy="4757155"/>
          </a:xfrm>
          <a:custGeom>
            <a:avLst/>
            <a:gdLst/>
            <a:ahLst/>
            <a:cxnLst/>
            <a:rect r="r" b="b" t="t" l="l"/>
            <a:pathLst>
              <a:path h="4757155" w="5942288">
                <a:moveTo>
                  <a:pt x="0" y="0"/>
                </a:moveTo>
                <a:lnTo>
                  <a:pt x="5942288" y="0"/>
                </a:lnTo>
                <a:lnTo>
                  <a:pt x="5942288" y="4757154"/>
                </a:lnTo>
                <a:lnTo>
                  <a:pt x="0" y="475715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459995">
            <a:off x="-1975167" y="7847038"/>
            <a:ext cx="6007735" cy="4809549"/>
          </a:xfrm>
          <a:custGeom>
            <a:avLst/>
            <a:gdLst/>
            <a:ahLst/>
            <a:cxnLst/>
            <a:rect r="r" b="b" t="t" l="l"/>
            <a:pathLst>
              <a:path h="4809549" w="6007735">
                <a:moveTo>
                  <a:pt x="0" y="0"/>
                </a:moveTo>
                <a:lnTo>
                  <a:pt x="6007734" y="0"/>
                </a:lnTo>
                <a:lnTo>
                  <a:pt x="6007734" y="4809549"/>
                </a:lnTo>
                <a:lnTo>
                  <a:pt x="0" y="480954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2259001">
            <a:off x="3811502" y="8297380"/>
            <a:ext cx="7242048" cy="8229600"/>
          </a:xfrm>
          <a:custGeom>
            <a:avLst/>
            <a:gdLst/>
            <a:ahLst/>
            <a:cxnLst/>
            <a:rect r="r" b="b" t="t" l="l"/>
            <a:pathLst>
              <a:path h="8229600" w="7242048">
                <a:moveTo>
                  <a:pt x="0" y="0"/>
                </a:moveTo>
                <a:lnTo>
                  <a:pt x="7242048" y="0"/>
                </a:lnTo>
                <a:lnTo>
                  <a:pt x="7242048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3210675" y="2843464"/>
            <a:ext cx="11577669" cy="4098942"/>
            <a:chOff x="0" y="0"/>
            <a:chExt cx="3049263" cy="107955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049263" cy="1079557"/>
            </a:xfrm>
            <a:custGeom>
              <a:avLst/>
              <a:gdLst/>
              <a:ahLst/>
              <a:cxnLst/>
              <a:rect r="r" b="b" t="t" l="l"/>
              <a:pathLst>
                <a:path h="1079557" w="3049263">
                  <a:moveTo>
                    <a:pt x="23404" y="0"/>
                  </a:moveTo>
                  <a:lnTo>
                    <a:pt x="3025858" y="0"/>
                  </a:lnTo>
                  <a:cubicBezTo>
                    <a:pt x="3032066" y="0"/>
                    <a:pt x="3038018" y="2466"/>
                    <a:pt x="3042408" y="6855"/>
                  </a:cubicBezTo>
                  <a:cubicBezTo>
                    <a:pt x="3046797" y="11244"/>
                    <a:pt x="3049263" y="17197"/>
                    <a:pt x="3049263" y="23404"/>
                  </a:cubicBezTo>
                  <a:lnTo>
                    <a:pt x="3049263" y="1056152"/>
                  </a:lnTo>
                  <a:cubicBezTo>
                    <a:pt x="3049263" y="1062360"/>
                    <a:pt x="3046797" y="1068313"/>
                    <a:pt x="3042408" y="1072702"/>
                  </a:cubicBezTo>
                  <a:cubicBezTo>
                    <a:pt x="3038018" y="1077091"/>
                    <a:pt x="3032066" y="1079557"/>
                    <a:pt x="3025858" y="1079557"/>
                  </a:cubicBezTo>
                  <a:lnTo>
                    <a:pt x="23404" y="1079557"/>
                  </a:lnTo>
                  <a:cubicBezTo>
                    <a:pt x="17197" y="1079557"/>
                    <a:pt x="11244" y="1077091"/>
                    <a:pt x="6855" y="1072702"/>
                  </a:cubicBezTo>
                  <a:cubicBezTo>
                    <a:pt x="2466" y="1068313"/>
                    <a:pt x="0" y="1062360"/>
                    <a:pt x="0" y="1056152"/>
                  </a:cubicBezTo>
                  <a:lnTo>
                    <a:pt x="0" y="23404"/>
                  </a:lnTo>
                  <a:cubicBezTo>
                    <a:pt x="0" y="17197"/>
                    <a:pt x="2466" y="11244"/>
                    <a:pt x="6855" y="6855"/>
                  </a:cubicBezTo>
                  <a:cubicBezTo>
                    <a:pt x="11244" y="2466"/>
                    <a:pt x="17197" y="0"/>
                    <a:pt x="23404" y="0"/>
                  </a:cubicBezTo>
                  <a:close/>
                </a:path>
              </a:pathLst>
            </a:custGeom>
            <a:solidFill>
              <a:srgbClr val="D3E7F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3049263" cy="11271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9"/>
                </a:lnSpc>
              </a:pPr>
              <a:r>
                <a:rPr lang="en-US" sz="2599">
                  <a:solidFill>
                    <a:srgbClr val="000000"/>
                  </a:solidFill>
                  <a:latin typeface="Be Vietnam"/>
                  <a:ea typeface="Be Vietnam"/>
                  <a:cs typeface="Be Vietnam"/>
                  <a:sym typeface="Be Vietnam"/>
                </a:rPr>
                <a:t>This is the starting point of learning JavaScript.</a:t>
              </a:r>
            </a:p>
            <a:p>
              <a:pPr algn="ctr">
                <a:lnSpc>
                  <a:spcPts val="3639"/>
                </a:lnSpc>
                <a:spcBef>
                  <a:spcPct val="0"/>
                </a:spcBef>
              </a:pPr>
              <a:r>
                <a:rPr lang="en-US" b="true" sz="2599">
                  <a:solidFill>
                    <a:srgbClr val="000000"/>
                  </a:solidFill>
                  <a:latin typeface="Be Vietnam Ultra-Bold"/>
                  <a:ea typeface="Be Vietnam Ultra-Bold"/>
                  <a:cs typeface="Be Vietnam Ultra-Bold"/>
                  <a:sym typeface="Be Vietnam Ultra-Bold"/>
                </a:rPr>
                <a:t>Thank you </a:t>
              </a: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7491922">
            <a:off x="13638276" y="-3687274"/>
            <a:ext cx="7242048" cy="8229600"/>
          </a:xfrm>
          <a:custGeom>
            <a:avLst/>
            <a:gdLst/>
            <a:ahLst/>
            <a:cxnLst/>
            <a:rect r="r" b="b" t="t" l="l"/>
            <a:pathLst>
              <a:path h="8229600" w="7242048">
                <a:moveTo>
                  <a:pt x="0" y="0"/>
                </a:moveTo>
                <a:lnTo>
                  <a:pt x="7242048" y="0"/>
                </a:lnTo>
                <a:lnTo>
                  <a:pt x="7242048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6784072">
            <a:off x="15316856" y="4078839"/>
            <a:ext cx="5942288" cy="4757155"/>
          </a:xfrm>
          <a:custGeom>
            <a:avLst/>
            <a:gdLst/>
            <a:ahLst/>
            <a:cxnLst/>
            <a:rect r="r" b="b" t="t" l="l"/>
            <a:pathLst>
              <a:path h="4757155" w="5942288">
                <a:moveTo>
                  <a:pt x="0" y="0"/>
                </a:moveTo>
                <a:lnTo>
                  <a:pt x="5942288" y="0"/>
                </a:lnTo>
                <a:lnTo>
                  <a:pt x="5942288" y="4757155"/>
                </a:lnTo>
                <a:lnTo>
                  <a:pt x="0" y="475715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DAHBGVLFZVo</dc:identifier>
  <dcterms:modified xsi:type="dcterms:W3CDTF">2011-08-01T06:04:30Z</dcterms:modified>
  <cp:revision>1</cp:revision>
  <dc:title>Blue Watercolor Creative Project Ppt Presentation</dc:title>
</cp:coreProperties>
</file>